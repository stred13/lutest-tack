
<file path=[Content_Types].xml><?xml version="1.0" encoding="utf-8"?>
<Types xmlns="http://schemas.openxmlformats.org/package/2006/content-types">
  <Default Extension="emf" ContentType="image/x-emf"/>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81" r:id="rId4"/>
    <p:sldMasterId id="2147483744" r:id="rId5"/>
    <p:sldMasterId id="2147483717" r:id="rId6"/>
  </p:sldMasterIdLst>
  <p:notesMasterIdLst>
    <p:notesMasterId r:id="rId16"/>
  </p:notesMasterIdLst>
  <p:handoutMasterIdLst>
    <p:handoutMasterId r:id="rId17"/>
  </p:handoutMasterIdLst>
  <p:sldIdLst>
    <p:sldId id="257" r:id="rId7"/>
    <p:sldId id="317" r:id="rId8"/>
    <p:sldId id="331" r:id="rId9"/>
    <p:sldId id="332" r:id="rId10"/>
    <p:sldId id="333" r:id="rId11"/>
    <p:sldId id="326" r:id="rId12"/>
    <p:sldId id="336" r:id="rId13"/>
    <p:sldId id="335" r:id="rId14"/>
    <p:sldId id="316" r:id="rId15"/>
  </p:sldIdLst>
  <p:sldSz cx="12192000" cy="6858000"/>
  <p:notesSz cx="6858000" cy="1162050"/>
  <p:embeddedFontLst>
    <p:embeddedFont>
      <p:font typeface="Open Sans" panose="020B0606030504020204" pitchFamily="34" charset="0"/>
      <p:regular r:id="rId18"/>
      <p:bold r:id="rId19"/>
      <p:italic r:id="rId20"/>
      <p:boldItalic r:id="rId21"/>
    </p:embeddedFont>
  </p:embeddedFontLst>
  <p:defaultText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letusosa" id="{B3E019E4-7172-B24B-BEC5-8F3A464863B8}">
          <p14:sldIdLst>
            <p14:sldId id="257"/>
            <p14:sldId id="317"/>
            <p14:sldId id="331"/>
            <p14:sldId id="332"/>
            <p14:sldId id="333"/>
            <p14:sldId id="326"/>
            <p14:sldId id="336"/>
            <p14:sldId id="335"/>
            <p14:sldId id="31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7372AD3-AC10-022A-B70B-72544FDCC12A}" name="Tiina Väisänen" initials="TV" userId="S::Tiina.Vaisanen@lut.fi::9f9e9b85-535a-4c4a-af7e-e29f9aee56f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B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71"/>
    <p:restoredTop sz="86441" autoAdjust="0"/>
  </p:normalViewPr>
  <p:slideViewPr>
    <p:cSldViewPr snapToGrid="0">
      <p:cViewPr varScale="1">
        <p:scale>
          <a:sx n="64" d="100"/>
          <a:sy n="64" d="100"/>
        </p:scale>
        <p:origin x="696" y="44"/>
      </p:cViewPr>
      <p:guideLst/>
    </p:cSldViewPr>
  </p:slideViewPr>
  <p:notesTextViewPr>
    <p:cViewPr>
      <p:scale>
        <a:sx n="90" d="100"/>
        <a:sy n="90" d="100"/>
      </p:scale>
      <p:origin x="0" y="0"/>
    </p:cViewPr>
  </p:notesTextViewPr>
  <p:notesViewPr>
    <p:cSldViewPr snapToGrid="0">
      <p:cViewPr>
        <p:scale>
          <a:sx n="1" d="2"/>
          <a:sy n="1" d="2"/>
        </p:scale>
        <p:origin x="4624" y="348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font" Target="fonts/font1.fntdata"/><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handoutMaster" Target="handoutMasters/handoutMaster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font" Target="fonts/font3.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font" Target="fonts/font2.fntdata"/><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a:extLst>
              <a:ext uri="{FF2B5EF4-FFF2-40B4-BE49-F238E27FC236}">
                <a16:creationId xmlns:a16="http://schemas.microsoft.com/office/drawing/2014/main" id="{B339BF2D-6ADD-6642-BD8F-9AA139A16830}"/>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fi-FI" dirty="0">
              <a:latin typeface="Open Sans" pitchFamily="2" charset="0"/>
            </a:endParaRPr>
          </a:p>
        </p:txBody>
      </p:sp>
      <p:sp>
        <p:nvSpPr>
          <p:cNvPr id="3" name="Päivämäärän paikkamerkki 2">
            <a:extLst>
              <a:ext uri="{FF2B5EF4-FFF2-40B4-BE49-F238E27FC236}">
                <a16:creationId xmlns:a16="http://schemas.microsoft.com/office/drawing/2014/main" id="{9546765A-AC34-E441-A243-1240FB59F337}"/>
              </a:ext>
            </a:extLst>
          </p:cNvPr>
          <p:cNvSpPr>
            <a:spLocks noGrp="1"/>
          </p:cNvSpPr>
          <p:nvPr>
            <p:ph type="dt" sz="quarter" idx="1"/>
          </p:nvPr>
        </p:nvSpPr>
        <p:spPr>
          <a:xfrm>
            <a:off x="5180013" y="0"/>
            <a:ext cx="3962400" cy="344488"/>
          </a:xfrm>
          <a:prstGeom prst="rect">
            <a:avLst/>
          </a:prstGeom>
        </p:spPr>
        <p:txBody>
          <a:bodyPr vert="horz" lIns="91440" tIns="45720" rIns="91440" bIns="45720" rtlCol="0"/>
          <a:lstStyle>
            <a:lvl1pPr algn="r">
              <a:defRPr sz="1200"/>
            </a:lvl1pPr>
          </a:lstStyle>
          <a:p>
            <a:fld id="{1FE63E84-7AF4-FD4D-AF19-0549193D11AF}" type="datetimeFigureOut">
              <a:rPr lang="fi-FI" smtClean="0">
                <a:latin typeface="Open Sans" pitchFamily="2" charset="0"/>
              </a:rPr>
              <a:t>11.10.2026</a:t>
            </a:fld>
            <a:endParaRPr lang="fi-FI" dirty="0">
              <a:latin typeface="Open Sans" pitchFamily="2" charset="0"/>
            </a:endParaRPr>
          </a:p>
        </p:txBody>
      </p:sp>
      <p:sp>
        <p:nvSpPr>
          <p:cNvPr id="4" name="Alatunnisteen paikkamerkki 3">
            <a:extLst>
              <a:ext uri="{FF2B5EF4-FFF2-40B4-BE49-F238E27FC236}">
                <a16:creationId xmlns:a16="http://schemas.microsoft.com/office/drawing/2014/main" id="{3C5E6EAD-45AF-2A46-A091-CF1592AA5E0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fi-FI" dirty="0">
              <a:latin typeface="Open Sans" pitchFamily="2" charset="0"/>
            </a:endParaRPr>
          </a:p>
        </p:txBody>
      </p:sp>
      <p:sp>
        <p:nvSpPr>
          <p:cNvPr id="5" name="Dian numeron paikkamerkki 4">
            <a:extLst>
              <a:ext uri="{FF2B5EF4-FFF2-40B4-BE49-F238E27FC236}">
                <a16:creationId xmlns:a16="http://schemas.microsoft.com/office/drawing/2014/main" id="{79A4E491-751F-4944-905D-8964AF7F5E5A}"/>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3D0235E7-FC2C-B446-B105-9AECB7EC0BD9}" type="slidenum">
              <a:rPr lang="fi-FI" smtClean="0">
                <a:latin typeface="Open Sans" pitchFamily="2" charset="0"/>
              </a:rPr>
              <a:t>‹#›</a:t>
            </a:fld>
            <a:endParaRPr lang="fi-FI" dirty="0">
              <a:latin typeface="Open Sans" pitchFamily="2" charset="0"/>
            </a:endParaRPr>
          </a:p>
        </p:txBody>
      </p:sp>
    </p:spTree>
    <p:extLst>
      <p:ext uri="{BB962C8B-B14F-4D97-AF65-F5344CB8AC3E}">
        <p14:creationId xmlns:p14="http://schemas.microsoft.com/office/powerpoint/2010/main" val="2454443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Ylätunnisteen paikkamerkki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b="0" i="0">
                <a:latin typeface="Open Sans" pitchFamily="2" charset="0"/>
              </a:defRPr>
            </a:lvl1pPr>
          </a:lstStyle>
          <a:p>
            <a:endParaRPr lang="fi-FI" dirty="0"/>
          </a:p>
        </p:txBody>
      </p:sp>
      <p:sp>
        <p:nvSpPr>
          <p:cNvPr id="3" name="Päivämäärän paikkamerkki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b="0" i="0">
                <a:latin typeface="Open Sans" pitchFamily="2" charset="0"/>
              </a:defRPr>
            </a:lvl1pPr>
          </a:lstStyle>
          <a:p>
            <a:fld id="{B179046F-E8EB-0C47-86C7-1FD69868CBF9}" type="datetimeFigureOut">
              <a:rPr lang="fi-FI" smtClean="0"/>
              <a:pPr/>
              <a:t>11.10.2026</a:t>
            </a:fld>
            <a:endParaRPr lang="fi-FI" dirty="0"/>
          </a:p>
        </p:txBody>
      </p:sp>
      <p:sp>
        <p:nvSpPr>
          <p:cNvPr id="4" name="Dian kuvan paikkamerkki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fi-FI" dirty="0"/>
          </a:p>
        </p:txBody>
      </p:sp>
      <p:sp>
        <p:nvSpPr>
          <p:cNvPr id="5" name="Huomautusten paikkamerkki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fi-FI" dirty="0"/>
              <a:t>Muokkaa tekstin perustyylejä napsauttamalla</a:t>
            </a:r>
          </a:p>
          <a:p>
            <a:pPr lvl="1"/>
            <a:r>
              <a:rPr lang="fi-FI" dirty="0"/>
              <a:t>toinen taso</a:t>
            </a:r>
          </a:p>
          <a:p>
            <a:pPr lvl="2"/>
            <a:r>
              <a:rPr lang="fi-FI" dirty="0"/>
              <a:t>kolmas taso</a:t>
            </a:r>
          </a:p>
          <a:p>
            <a:pPr lvl="3"/>
            <a:r>
              <a:rPr lang="fi-FI" dirty="0"/>
              <a:t>neljäs taso</a:t>
            </a:r>
          </a:p>
          <a:p>
            <a:pPr lvl="4"/>
            <a:r>
              <a:rPr lang="fi-FI" dirty="0"/>
              <a:t>viides taso</a:t>
            </a:r>
          </a:p>
        </p:txBody>
      </p:sp>
      <p:sp>
        <p:nvSpPr>
          <p:cNvPr id="6" name="Alatunnisteen paikkamerkki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b="0" i="0">
                <a:latin typeface="Open Sans" pitchFamily="2" charset="0"/>
              </a:defRPr>
            </a:lvl1pPr>
          </a:lstStyle>
          <a:p>
            <a:endParaRPr lang="fi-FI" dirty="0"/>
          </a:p>
        </p:txBody>
      </p:sp>
      <p:sp>
        <p:nvSpPr>
          <p:cNvPr id="7" name="Dian numeron paikkamerkki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b="0" i="0">
                <a:latin typeface="Open Sans" pitchFamily="2" charset="0"/>
              </a:defRPr>
            </a:lvl1pPr>
          </a:lstStyle>
          <a:p>
            <a:fld id="{40344212-3F84-8F44-8983-D695A965B2A8}" type="slidenum">
              <a:rPr lang="fi-FI" smtClean="0"/>
              <a:pPr/>
              <a:t>‹#›</a:t>
            </a:fld>
            <a:endParaRPr lang="fi-FI" dirty="0"/>
          </a:p>
        </p:txBody>
      </p:sp>
    </p:spTree>
    <p:extLst>
      <p:ext uri="{BB962C8B-B14F-4D97-AF65-F5344CB8AC3E}">
        <p14:creationId xmlns:p14="http://schemas.microsoft.com/office/powerpoint/2010/main" val="1146877032"/>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Open Sans" pitchFamily="2" charset="0"/>
        <a:ea typeface="+mn-ea"/>
        <a:cs typeface="+mn-cs"/>
      </a:defRPr>
    </a:lvl1pPr>
    <a:lvl2pPr marL="457200" algn="l" defTabSz="914400" rtl="0" eaLnBrk="1" latinLnBrk="0" hangingPunct="1">
      <a:defRPr sz="1200" b="0" i="0" kern="1200">
        <a:solidFill>
          <a:schemeClr val="tx1"/>
        </a:solidFill>
        <a:latin typeface="Open Sans" pitchFamily="2" charset="0"/>
        <a:ea typeface="+mn-ea"/>
        <a:cs typeface="+mn-cs"/>
      </a:defRPr>
    </a:lvl2pPr>
    <a:lvl3pPr marL="914400" algn="l" defTabSz="914400" rtl="0" eaLnBrk="1" latinLnBrk="0" hangingPunct="1">
      <a:defRPr sz="1200" b="0" i="0" kern="1200">
        <a:solidFill>
          <a:schemeClr val="tx1"/>
        </a:solidFill>
        <a:latin typeface="Open Sans" pitchFamily="2" charset="0"/>
        <a:ea typeface="+mn-ea"/>
        <a:cs typeface="+mn-cs"/>
      </a:defRPr>
    </a:lvl3pPr>
    <a:lvl4pPr marL="1371600" algn="l" defTabSz="914400" rtl="0" eaLnBrk="1" latinLnBrk="0" hangingPunct="1">
      <a:defRPr sz="1200" b="0" i="0" kern="1200">
        <a:solidFill>
          <a:schemeClr val="tx1"/>
        </a:solidFill>
        <a:latin typeface="Open Sans" pitchFamily="2" charset="0"/>
        <a:ea typeface="+mn-ea"/>
        <a:cs typeface="+mn-cs"/>
      </a:defRPr>
    </a:lvl4pPr>
    <a:lvl5pPr marL="1828800" algn="l" defTabSz="914400" rtl="0" eaLnBrk="1" latinLnBrk="0" hangingPunct="1">
      <a:defRPr sz="1200" b="0" i="0" kern="1200">
        <a:solidFill>
          <a:schemeClr val="tx1"/>
        </a:solidFill>
        <a:latin typeface="Open Sans" pitchFamily="2"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ian kuvan paikkamerkki 1"/>
          <p:cNvSpPr>
            <a:spLocks noGrp="1" noRot="1" noChangeAspect="1"/>
          </p:cNvSpPr>
          <p:nvPr>
            <p:ph type="sldImg"/>
          </p:nvPr>
        </p:nvSpPr>
        <p:spPr/>
      </p:sp>
      <p:sp>
        <p:nvSpPr>
          <p:cNvPr id="3" name="Huomautusten paikkamerkki 2"/>
          <p:cNvSpPr>
            <a:spLocks noGrp="1"/>
          </p:cNvSpPr>
          <p:nvPr>
            <p:ph type="body" idx="1"/>
          </p:nvPr>
        </p:nvSpPr>
        <p:spPr/>
        <p:txBody>
          <a:bodyPr/>
          <a:lstStyle/>
          <a:p>
            <a:endParaRPr lang="fi-FI" dirty="0"/>
          </a:p>
        </p:txBody>
      </p:sp>
      <p:sp>
        <p:nvSpPr>
          <p:cNvPr id="4" name="Dian numeron paikkamerkki 3"/>
          <p:cNvSpPr>
            <a:spLocks noGrp="1"/>
          </p:cNvSpPr>
          <p:nvPr>
            <p:ph type="sldNum" sz="quarter" idx="5"/>
          </p:nvPr>
        </p:nvSpPr>
        <p:spPr/>
        <p:txBody>
          <a:bodyPr/>
          <a:lstStyle/>
          <a:p>
            <a:fld id="{40344212-3F84-8F44-8983-D695A965B2A8}" type="slidenum">
              <a:rPr lang="fi-FI" smtClean="0"/>
              <a:t>1</a:t>
            </a:fld>
            <a:endParaRPr lang="fi-FI" dirty="0"/>
          </a:p>
        </p:txBody>
      </p:sp>
    </p:spTree>
    <p:extLst>
      <p:ext uri="{BB962C8B-B14F-4D97-AF65-F5344CB8AC3E}">
        <p14:creationId xmlns:p14="http://schemas.microsoft.com/office/powerpoint/2010/main" val="15442814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Hello everyone, we are team Älyroskis, and this is our Smart Trash Can. Let us start with a short story.</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sz="quarter" idx="5"/>
          </p:nvPr>
        </p:nvSpPr>
        <p:spPr/>
        <p:txBody>
          <a:bodyPr/>
          <a:lstStyle/>
          <a:p>
            <a:fld id="{40344212-3F84-8F44-8983-D695A965B2A8}" type="slidenum">
              <a:rPr lang="fi-FI" smtClean="0"/>
              <a:pPr/>
              <a:t>3</a:t>
            </a:fld>
            <a:endParaRPr lang="fi-FI" dirty="0"/>
          </a:p>
        </p:txBody>
      </p:sp>
    </p:spTree>
    <p:extLst>
      <p:ext uri="{BB962C8B-B14F-4D97-AF65-F5344CB8AC3E}">
        <p14:creationId xmlns:p14="http://schemas.microsoft.com/office/powerpoint/2010/main" val="6585034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0.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e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hyperlink" Target="https://www.youtube.com/watch?v=KoQscWT_voI" TargetMode="External"/><Relationship Id="rId1" Type="http://schemas.openxmlformats.org/officeDocument/2006/relationships/slideMaster" Target="../slideMasters/slideMaster1.xml"/><Relationship Id="rId6" Type="http://schemas.openxmlformats.org/officeDocument/2006/relationships/image" Target="../media/image8.png"/><Relationship Id="rId5" Type="http://schemas.openxmlformats.org/officeDocument/2006/relationships/image" Target="../media/image14.png"/><Relationship Id="rId4" Type="http://schemas.openxmlformats.org/officeDocument/2006/relationships/hyperlink" Target="https://youtu.be/PpFawdT8CDE" TargetMode="Externa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0.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1.png"/><Relationship Id="rId1" Type="http://schemas.openxmlformats.org/officeDocument/2006/relationships/slideMaster" Target="../slideMasters/slideMaster1.xml"/><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2.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3.jpeg"/><Relationship Id="rId1" Type="http://schemas.openxmlformats.org/officeDocument/2006/relationships/slideMaster" Target="../slideMasters/slideMaster1.xml"/><Relationship Id="rId4" Type="http://schemas.openxmlformats.org/officeDocument/2006/relationships/image" Target="../media/image9.sv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5.jpg"/><Relationship Id="rId1" Type="http://schemas.openxmlformats.org/officeDocument/2006/relationships/slideMaster" Target="../slideMasters/slideMaster2.xml"/><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6.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7.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8.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9.jpg"/><Relationship Id="rId1" Type="http://schemas.openxmlformats.org/officeDocument/2006/relationships/slideMaster" Target="../slideMasters/slideMaster2.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9.jp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5.jp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jp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1.jp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3.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4.jpe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5.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1.jp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1.jp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5.jpe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 - Always the first slide">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EE478EF1-487A-BA45-8AA0-A72000AF347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5" y="3175"/>
            <a:ext cx="12180709" cy="6851649"/>
          </a:xfrm>
          <a:prstGeom prst="rect">
            <a:avLst/>
          </a:prstGeom>
        </p:spPr>
      </p:pic>
    </p:spTree>
    <p:extLst>
      <p:ext uri="{BB962C8B-B14F-4D97-AF65-F5344CB8AC3E}">
        <p14:creationId xmlns:p14="http://schemas.microsoft.com/office/powerpoint/2010/main" val="1017977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fern - Always the first slide">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EE478EF1-487A-BA45-8AA0-A72000AF347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4" y="3175"/>
            <a:ext cx="12180711" cy="6851649"/>
          </a:xfrm>
          <a:prstGeom prst="rect">
            <a:avLst/>
          </a:prstGeom>
        </p:spPr>
      </p:pic>
    </p:spTree>
    <p:extLst>
      <p:ext uri="{BB962C8B-B14F-4D97-AF65-F5344CB8AC3E}">
        <p14:creationId xmlns:p14="http://schemas.microsoft.com/office/powerpoint/2010/main" val="3872317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e are LUT">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EE478EF1-487A-BA45-8AA0-A72000AF347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5" y="3175"/>
            <a:ext cx="12180709" cy="6851648"/>
          </a:xfrm>
          <a:prstGeom prst="rect">
            <a:avLst/>
          </a:prstGeom>
        </p:spPr>
      </p:pic>
    </p:spTree>
    <p:extLst>
      <p:ext uri="{BB962C8B-B14F-4D97-AF65-F5344CB8AC3E}">
        <p14:creationId xmlns:p14="http://schemas.microsoft.com/office/powerpoint/2010/main" val="1156024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 Who we are">
    <p:spTree>
      <p:nvGrpSpPr>
        <p:cNvPr id="1" name=""/>
        <p:cNvGrpSpPr/>
        <p:nvPr/>
      </p:nvGrpSpPr>
      <p:grpSpPr>
        <a:xfrm>
          <a:off x="0" y="0"/>
          <a:ext cx="0" cy="0"/>
          <a:chOff x="0" y="0"/>
          <a:chExt cx="0" cy="0"/>
        </a:xfrm>
      </p:grpSpPr>
      <p:pic>
        <p:nvPicPr>
          <p:cNvPr id="3" name="Picture 2" descr="A close up of a fern&#10;&#10;Description automatically generated with low confidence">
            <a:extLst>
              <a:ext uri="{FF2B5EF4-FFF2-40B4-BE49-F238E27FC236}">
                <a16:creationId xmlns:a16="http://schemas.microsoft.com/office/drawing/2014/main" id="{18F3F011-AFD2-0B71-3D06-93B45ADBACBC}"/>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1"/>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pic>
        <p:nvPicPr>
          <p:cNvPr id="5" name="Kuva 12">
            <a:extLst>
              <a:ext uri="{FF2B5EF4-FFF2-40B4-BE49-F238E27FC236}">
                <a16:creationId xmlns:a16="http://schemas.microsoft.com/office/drawing/2014/main" id="{2877CB77-0A54-9FEF-A6C0-DA61C1B0928E}"/>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0514" y="1303339"/>
            <a:ext cx="857664" cy="711313"/>
          </a:xfrm>
          <a:prstGeom prst="rect">
            <a:avLst/>
          </a:prstGeom>
        </p:spPr>
      </p:pic>
      <p:sp>
        <p:nvSpPr>
          <p:cNvPr id="6" name="Tekstiruutu 13">
            <a:extLst>
              <a:ext uri="{FF2B5EF4-FFF2-40B4-BE49-F238E27FC236}">
                <a16:creationId xmlns:a16="http://schemas.microsoft.com/office/drawing/2014/main" id="{7FFFC48C-1484-EAC6-C12C-B48E26F70ECA}"/>
              </a:ext>
            </a:extLst>
          </p:cNvPr>
          <p:cNvSpPr txBox="1"/>
          <p:nvPr userDrawn="1"/>
        </p:nvSpPr>
        <p:spPr>
          <a:xfrm>
            <a:off x="1470513" y="2361683"/>
            <a:ext cx="4896833" cy="3663977"/>
          </a:xfrm>
          <a:prstGeom prst="rect">
            <a:avLst/>
          </a:prstGeom>
          <a:noFill/>
        </p:spPr>
        <p:txBody>
          <a:bodyPr wrap="square" lIns="0" tIns="0" rtlCol="0">
            <a:noAutofit/>
          </a:bodyPr>
          <a:lstStyle/>
          <a:p>
            <a:r>
              <a:rPr lang="en-US" sz="1800" kern="1200" dirty="0">
                <a:solidFill>
                  <a:schemeClr val="tx1"/>
                </a:solidFill>
                <a:effectLst/>
                <a:latin typeface="Open Sans" pitchFamily="2" charset="0"/>
                <a:ea typeface="Open Sans" pitchFamily="2" charset="0"/>
                <a:cs typeface="Open Sans" pitchFamily="2" charset="0"/>
              </a:rPr>
              <a:t>We at LUT University seek solutions </a:t>
            </a:r>
            <a:br>
              <a:rPr lang="en-US" sz="1800" kern="1200" dirty="0">
                <a:solidFill>
                  <a:schemeClr val="tx1"/>
                </a:solidFill>
                <a:effectLst/>
                <a:latin typeface="Open Sans" pitchFamily="2" charset="0"/>
                <a:ea typeface="Open Sans" pitchFamily="2" charset="0"/>
                <a:cs typeface="Open Sans" pitchFamily="2" charset="0"/>
              </a:rPr>
            </a:br>
            <a:r>
              <a:rPr lang="en-US" sz="1800" kern="1200" dirty="0">
                <a:solidFill>
                  <a:schemeClr val="tx1"/>
                </a:solidFill>
                <a:effectLst/>
                <a:latin typeface="Open Sans" pitchFamily="2" charset="0"/>
                <a:ea typeface="Open Sans" pitchFamily="2" charset="0"/>
                <a:cs typeface="Open Sans" pitchFamily="2" charset="0"/>
              </a:rPr>
              <a:t>to global issues with our expertise in technology, business, and social sciences. </a:t>
            </a:r>
          </a:p>
          <a:p>
            <a:endParaRPr lang="en-US" sz="1800" kern="1200" dirty="0">
              <a:solidFill>
                <a:schemeClr val="tx1"/>
              </a:solidFill>
              <a:effectLst/>
              <a:latin typeface="Open Sans" pitchFamily="2" charset="0"/>
              <a:ea typeface="Open Sans" pitchFamily="2" charset="0"/>
              <a:cs typeface="Open Sans" pitchFamily="2" charset="0"/>
            </a:endParaRPr>
          </a:p>
          <a:p>
            <a:r>
              <a:rPr lang="en-US" sz="1800" kern="1200" dirty="0">
                <a:solidFill>
                  <a:schemeClr val="tx1"/>
                </a:solidFill>
                <a:effectLst/>
                <a:latin typeface="Open Sans" pitchFamily="2" charset="0"/>
                <a:ea typeface="Open Sans" pitchFamily="2" charset="0"/>
                <a:cs typeface="Open Sans" pitchFamily="2" charset="0"/>
              </a:rPr>
              <a:t>We are trailblazers in promoting the energy transition and the regenerative use of </a:t>
            </a:r>
            <a:r>
              <a:rPr lang="en-US" sz="1800" kern="1200" spc="-20" baseline="0" dirty="0">
                <a:solidFill>
                  <a:schemeClr val="tx1"/>
                </a:solidFill>
                <a:effectLst/>
                <a:latin typeface="Open Sans" pitchFamily="2" charset="0"/>
                <a:ea typeface="Open Sans" pitchFamily="2" charset="0"/>
                <a:cs typeface="Open Sans" pitchFamily="2" charset="0"/>
              </a:rPr>
              <a:t>natural resources, and we help build resilient </a:t>
            </a:r>
            <a:r>
              <a:rPr lang="en-US" sz="1800" kern="1200" dirty="0">
                <a:solidFill>
                  <a:schemeClr val="tx1"/>
                </a:solidFill>
                <a:effectLst/>
                <a:latin typeface="Open Sans" pitchFamily="2" charset="0"/>
                <a:ea typeface="Open Sans" pitchFamily="2" charset="0"/>
                <a:cs typeface="Open Sans" pitchFamily="2" charset="0"/>
              </a:rPr>
              <a:t>communities, industry, and businesses </a:t>
            </a:r>
            <a:br>
              <a:rPr lang="en-US" sz="1800" kern="1200" dirty="0">
                <a:solidFill>
                  <a:schemeClr val="tx1"/>
                </a:solidFill>
                <a:effectLst/>
                <a:latin typeface="Open Sans" pitchFamily="2" charset="0"/>
                <a:ea typeface="Open Sans" pitchFamily="2" charset="0"/>
                <a:cs typeface="Open Sans" pitchFamily="2" charset="0"/>
              </a:rPr>
            </a:br>
            <a:r>
              <a:rPr lang="en-US" sz="1800" kern="1200" dirty="0">
                <a:solidFill>
                  <a:schemeClr val="tx1"/>
                </a:solidFill>
                <a:effectLst/>
                <a:latin typeface="Open Sans" pitchFamily="2" charset="0"/>
                <a:ea typeface="Open Sans" pitchFamily="2" charset="0"/>
                <a:cs typeface="Open Sans" pitchFamily="2" charset="0"/>
              </a:rPr>
              <a:t>through data, research, and education. </a:t>
            </a:r>
          </a:p>
          <a:p>
            <a:endParaRPr lang="en-US" sz="1800" kern="1200" dirty="0">
              <a:solidFill>
                <a:schemeClr val="tx1"/>
              </a:solidFill>
              <a:effectLst/>
              <a:latin typeface="Open Sans" pitchFamily="2" charset="0"/>
              <a:ea typeface="Open Sans" pitchFamily="2" charset="0"/>
              <a:cs typeface="Open Sans" pitchFamily="2" charset="0"/>
            </a:endParaRPr>
          </a:p>
          <a:p>
            <a:r>
              <a:rPr lang="en-US" sz="1800" kern="1200" dirty="0">
                <a:solidFill>
                  <a:schemeClr val="tx1"/>
                </a:solidFill>
                <a:effectLst/>
                <a:latin typeface="Open Sans" pitchFamily="2" charset="0"/>
                <a:ea typeface="Open Sans" pitchFamily="2" charset="0"/>
                <a:cs typeface="Open Sans" pitchFamily="2" charset="0"/>
              </a:rPr>
              <a:t>Our campuses are in Lappeenranta and Lahti, Finland, but our impact is global.</a:t>
            </a:r>
            <a:r>
              <a:rPr lang="en-FI" dirty="0">
                <a:effectLst/>
                <a:latin typeface="Open Sans" pitchFamily="2" charset="0"/>
                <a:ea typeface="Open Sans" pitchFamily="2" charset="0"/>
                <a:cs typeface="Open Sans" pitchFamily="2" charset="0"/>
              </a:rPr>
              <a:t> </a:t>
            </a:r>
            <a:endParaRPr lang="fi-FI" dirty="0">
              <a:solidFill>
                <a:schemeClr val="tx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736989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2 Who we are">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BBA4B658-097E-59C5-5A6B-42692C1ABC2E}"/>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pic>
        <p:nvPicPr>
          <p:cNvPr id="4" name="Kuva 12">
            <a:extLst>
              <a:ext uri="{FF2B5EF4-FFF2-40B4-BE49-F238E27FC236}">
                <a16:creationId xmlns:a16="http://schemas.microsoft.com/office/drawing/2014/main" id="{A6EE9524-2442-0FE2-BA35-0E22EBFC62E0}"/>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470514" y="1303339"/>
            <a:ext cx="857664" cy="711313"/>
          </a:xfrm>
          <a:prstGeom prst="rect">
            <a:avLst/>
          </a:prstGeom>
        </p:spPr>
      </p:pic>
      <p:sp>
        <p:nvSpPr>
          <p:cNvPr id="5" name="Tekstiruutu 13">
            <a:extLst>
              <a:ext uri="{FF2B5EF4-FFF2-40B4-BE49-F238E27FC236}">
                <a16:creationId xmlns:a16="http://schemas.microsoft.com/office/drawing/2014/main" id="{6CD0DF1F-D629-538B-2635-7C891F1A37FE}"/>
              </a:ext>
            </a:extLst>
          </p:cNvPr>
          <p:cNvSpPr txBox="1"/>
          <p:nvPr userDrawn="1"/>
        </p:nvSpPr>
        <p:spPr>
          <a:xfrm>
            <a:off x="1470513" y="2361683"/>
            <a:ext cx="4896833" cy="3663977"/>
          </a:xfrm>
          <a:prstGeom prst="rect">
            <a:avLst/>
          </a:prstGeom>
          <a:noFill/>
        </p:spPr>
        <p:txBody>
          <a:bodyPr wrap="square" lIns="0" tIns="0" rtlCol="0">
            <a:noAutofit/>
          </a:bodyPr>
          <a:lstStyle/>
          <a:p>
            <a:r>
              <a:rPr lang="en-US" sz="1800" kern="1200" dirty="0">
                <a:solidFill>
                  <a:schemeClr val="tx1"/>
                </a:solidFill>
                <a:effectLst/>
                <a:latin typeface="Open Sans" pitchFamily="2" charset="0"/>
                <a:ea typeface="Open Sans" pitchFamily="2" charset="0"/>
                <a:cs typeface="Open Sans" pitchFamily="2" charset="0"/>
              </a:rPr>
              <a:t>We at LUT University seek solutions </a:t>
            </a:r>
            <a:br>
              <a:rPr lang="en-US" sz="1800" kern="1200" dirty="0">
                <a:solidFill>
                  <a:schemeClr val="tx1"/>
                </a:solidFill>
                <a:effectLst/>
                <a:latin typeface="Open Sans" pitchFamily="2" charset="0"/>
                <a:ea typeface="Open Sans" pitchFamily="2" charset="0"/>
                <a:cs typeface="Open Sans" pitchFamily="2" charset="0"/>
              </a:rPr>
            </a:br>
            <a:r>
              <a:rPr lang="en-US" sz="1800" kern="1200" dirty="0">
                <a:solidFill>
                  <a:schemeClr val="tx1"/>
                </a:solidFill>
                <a:effectLst/>
                <a:latin typeface="Open Sans" pitchFamily="2" charset="0"/>
                <a:ea typeface="Open Sans" pitchFamily="2" charset="0"/>
                <a:cs typeface="Open Sans" pitchFamily="2" charset="0"/>
              </a:rPr>
              <a:t>to global issues with our expertise in technology, business, and social sciences. </a:t>
            </a:r>
          </a:p>
          <a:p>
            <a:endParaRPr lang="en-US" sz="1800" kern="1200" dirty="0">
              <a:solidFill>
                <a:schemeClr val="tx1"/>
              </a:solidFill>
              <a:effectLst/>
              <a:latin typeface="Open Sans" pitchFamily="2" charset="0"/>
              <a:ea typeface="Open Sans" pitchFamily="2" charset="0"/>
              <a:cs typeface="Open Sans" pitchFamily="2" charset="0"/>
            </a:endParaRPr>
          </a:p>
          <a:p>
            <a:r>
              <a:rPr lang="en-US" sz="1800" kern="1200" dirty="0">
                <a:solidFill>
                  <a:schemeClr val="tx1"/>
                </a:solidFill>
                <a:effectLst/>
                <a:latin typeface="Open Sans" pitchFamily="2" charset="0"/>
                <a:ea typeface="Open Sans" pitchFamily="2" charset="0"/>
                <a:cs typeface="Open Sans" pitchFamily="2" charset="0"/>
              </a:rPr>
              <a:t>We are trailblazers in promoting the energy transition and the regenerative use of </a:t>
            </a:r>
            <a:r>
              <a:rPr lang="en-US" sz="1800" kern="1200" spc="-20" baseline="0" dirty="0">
                <a:solidFill>
                  <a:schemeClr val="tx1"/>
                </a:solidFill>
                <a:effectLst/>
                <a:latin typeface="Open Sans" pitchFamily="2" charset="0"/>
                <a:ea typeface="Open Sans" pitchFamily="2" charset="0"/>
                <a:cs typeface="Open Sans" pitchFamily="2" charset="0"/>
              </a:rPr>
              <a:t>natural resources, and we help build resilient </a:t>
            </a:r>
            <a:r>
              <a:rPr lang="en-US" sz="1800" kern="1200" dirty="0">
                <a:solidFill>
                  <a:schemeClr val="tx1"/>
                </a:solidFill>
                <a:effectLst/>
                <a:latin typeface="Open Sans" pitchFamily="2" charset="0"/>
                <a:ea typeface="Open Sans" pitchFamily="2" charset="0"/>
                <a:cs typeface="Open Sans" pitchFamily="2" charset="0"/>
              </a:rPr>
              <a:t>communities, industry, and businesses </a:t>
            </a:r>
            <a:br>
              <a:rPr lang="en-US" sz="1800" kern="1200" dirty="0">
                <a:solidFill>
                  <a:schemeClr val="tx1"/>
                </a:solidFill>
                <a:effectLst/>
                <a:latin typeface="Open Sans" pitchFamily="2" charset="0"/>
                <a:ea typeface="Open Sans" pitchFamily="2" charset="0"/>
                <a:cs typeface="Open Sans" pitchFamily="2" charset="0"/>
              </a:rPr>
            </a:br>
            <a:r>
              <a:rPr lang="en-US" sz="1800" kern="1200" dirty="0">
                <a:solidFill>
                  <a:schemeClr val="tx1"/>
                </a:solidFill>
                <a:effectLst/>
                <a:latin typeface="Open Sans" pitchFamily="2" charset="0"/>
                <a:ea typeface="Open Sans" pitchFamily="2" charset="0"/>
                <a:cs typeface="Open Sans" pitchFamily="2" charset="0"/>
              </a:rPr>
              <a:t>through data, research, and education. </a:t>
            </a:r>
          </a:p>
          <a:p>
            <a:endParaRPr lang="en-US" sz="1800" kern="1200" dirty="0">
              <a:solidFill>
                <a:schemeClr val="tx1"/>
              </a:solidFill>
              <a:effectLst/>
              <a:latin typeface="Open Sans" pitchFamily="2" charset="0"/>
              <a:ea typeface="Open Sans" pitchFamily="2" charset="0"/>
              <a:cs typeface="Open Sans" pitchFamily="2" charset="0"/>
            </a:endParaRPr>
          </a:p>
          <a:p>
            <a:r>
              <a:rPr lang="en-US" sz="1800" kern="1200" dirty="0">
                <a:solidFill>
                  <a:schemeClr val="tx1"/>
                </a:solidFill>
                <a:effectLst/>
                <a:latin typeface="Open Sans" pitchFamily="2" charset="0"/>
                <a:ea typeface="Open Sans" pitchFamily="2" charset="0"/>
                <a:cs typeface="Open Sans" pitchFamily="2" charset="0"/>
              </a:rPr>
              <a:t>Our campuses are in Lappeenranta and Lahti, Finland, but our impact is global.</a:t>
            </a:r>
            <a:r>
              <a:rPr lang="en-FI" dirty="0">
                <a:effectLst/>
                <a:latin typeface="Open Sans" pitchFamily="2" charset="0"/>
                <a:ea typeface="Open Sans" pitchFamily="2" charset="0"/>
                <a:cs typeface="Open Sans" pitchFamily="2" charset="0"/>
              </a:rPr>
              <a:t> </a:t>
            </a:r>
            <a:endParaRPr lang="fi-FI" dirty="0">
              <a:solidFill>
                <a:schemeClr val="tx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29338860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 Land of the Curious">
    <p:spTree>
      <p:nvGrpSpPr>
        <p:cNvPr id="1" name=""/>
        <p:cNvGrpSpPr/>
        <p:nvPr/>
      </p:nvGrpSpPr>
      <p:grpSpPr>
        <a:xfrm>
          <a:off x="0" y="0"/>
          <a:ext cx="0" cy="0"/>
          <a:chOff x="0" y="0"/>
          <a:chExt cx="0" cy="0"/>
        </a:xfrm>
      </p:grpSpPr>
      <p:pic>
        <p:nvPicPr>
          <p:cNvPr id="5" name="Picture 4" descr="A picture containing person&#10;&#10;Description automatically generated">
            <a:extLst>
              <a:ext uri="{FF2B5EF4-FFF2-40B4-BE49-F238E27FC236}">
                <a16:creationId xmlns:a16="http://schemas.microsoft.com/office/drawing/2014/main" id="{FF36BEB8-5C34-A485-14D9-50C15253B3C9}"/>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9" name="Suorakulmio 8">
            <a:extLst>
              <a:ext uri="{FF2B5EF4-FFF2-40B4-BE49-F238E27FC236}">
                <a16:creationId xmlns:a16="http://schemas.microsoft.com/office/drawing/2014/main" id="{7DF7B16A-03B3-E445-AA1F-466F746603EA}"/>
              </a:ext>
            </a:extLst>
          </p:cNvPr>
          <p:cNvSpPr/>
          <p:nvPr/>
        </p:nvSpPr>
        <p:spPr>
          <a:xfrm>
            <a:off x="1523816" y="2537892"/>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2" name="Tekstiruutu 1">
            <a:extLst>
              <a:ext uri="{FF2B5EF4-FFF2-40B4-BE49-F238E27FC236}">
                <a16:creationId xmlns:a16="http://schemas.microsoft.com/office/drawing/2014/main" id="{3863DA70-171B-AD44-8F01-037CDB884300}"/>
              </a:ext>
            </a:extLst>
          </p:cNvPr>
          <p:cNvSpPr txBox="1"/>
          <p:nvPr/>
        </p:nvSpPr>
        <p:spPr>
          <a:xfrm>
            <a:off x="1395914" y="2733964"/>
            <a:ext cx="5269391" cy="630942"/>
          </a:xfrm>
          <a:prstGeom prst="rect">
            <a:avLst/>
          </a:prstGeom>
          <a:noFill/>
        </p:spPr>
        <p:txBody>
          <a:bodyPr wrap="none" rtlCol="0">
            <a:spAutoFit/>
          </a:bodyPr>
          <a:lstStyle/>
          <a:p>
            <a:r>
              <a:rPr lang="fi-FI" sz="3500" b="1" i="0" dirty="0">
                <a:latin typeface="Open Sans" pitchFamily="2" charset="0"/>
                <a:ea typeface="Open Sans" pitchFamily="2" charset="0"/>
                <a:cs typeface="Open Sans" pitchFamily="2" charset="0"/>
              </a:rPr>
              <a:t>LAND OF THE CURIOUS</a:t>
            </a:r>
          </a:p>
        </p:txBody>
      </p:sp>
      <p:sp>
        <p:nvSpPr>
          <p:cNvPr id="14" name="Tekstiruutu 13">
            <a:extLst>
              <a:ext uri="{FF2B5EF4-FFF2-40B4-BE49-F238E27FC236}">
                <a16:creationId xmlns:a16="http://schemas.microsoft.com/office/drawing/2014/main" id="{77E1C3E8-BDE9-6A49-85BA-550376CCB48B}"/>
              </a:ext>
            </a:extLst>
          </p:cNvPr>
          <p:cNvSpPr txBox="1"/>
          <p:nvPr/>
        </p:nvSpPr>
        <p:spPr>
          <a:xfrm>
            <a:off x="1492658" y="3545891"/>
            <a:ext cx="4811216" cy="2235213"/>
          </a:xfrm>
          <a:prstGeom prst="rect">
            <a:avLst/>
          </a:prstGeom>
          <a:noFill/>
        </p:spPr>
        <p:txBody>
          <a:bodyPr wrap="square" lIns="0" tIns="0" rtlCol="0">
            <a:noAutofit/>
          </a:bodyPr>
          <a:lstStyle/>
          <a:p>
            <a:r>
              <a:rPr lang="en-US" b="0" i="0" dirty="0">
                <a:solidFill>
                  <a:schemeClr val="tx1"/>
                </a:solidFill>
                <a:effectLst/>
                <a:latin typeface="Open Sans" pitchFamily="2" charset="0"/>
                <a:ea typeface="Open Sans" pitchFamily="2" charset="0"/>
                <a:cs typeface="Open Sans" pitchFamily="2" charset="0"/>
              </a:rPr>
              <a:t>People at LUT share a similar outlook on life and a state of mind. We look at things from unexpected perspectives, we question,</a:t>
            </a:r>
          </a:p>
          <a:p>
            <a:r>
              <a:rPr lang="en-US" b="0" i="0" dirty="0">
                <a:solidFill>
                  <a:schemeClr val="tx1"/>
                </a:solidFill>
                <a:effectLst/>
                <a:latin typeface="Open Sans" pitchFamily="2" charset="0"/>
                <a:ea typeface="Open Sans" pitchFamily="2" charset="0"/>
                <a:cs typeface="Open Sans" pitchFamily="2" charset="0"/>
              </a:rPr>
              <a:t>and we search for solutions.</a:t>
            </a:r>
          </a:p>
          <a:p>
            <a:endParaRPr lang="en-US" b="0" i="0" dirty="0">
              <a:solidFill>
                <a:schemeClr val="tx1"/>
              </a:solidFill>
              <a:effectLst/>
              <a:latin typeface="Open Sans" pitchFamily="2" charset="0"/>
              <a:ea typeface="Open Sans" pitchFamily="2" charset="0"/>
              <a:cs typeface="Open Sans" pitchFamily="2" charset="0"/>
            </a:endParaRPr>
          </a:p>
          <a:p>
            <a:r>
              <a:rPr lang="en-US" b="0" i="0" dirty="0">
                <a:solidFill>
                  <a:schemeClr val="tx1"/>
                </a:solidFill>
                <a:effectLst/>
                <a:latin typeface="Open Sans" pitchFamily="2" charset="0"/>
                <a:ea typeface="Open Sans" pitchFamily="2" charset="0"/>
                <a:cs typeface="Open Sans" pitchFamily="2" charset="0"/>
              </a:rPr>
              <a:t>We are a community where curious people inspire others of their kind. We need curiosity to change the world.</a:t>
            </a:r>
            <a:endParaRPr lang="fi-FI" b="0" dirty="0">
              <a:solidFill>
                <a:schemeClr val="tx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913615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 Land of the Curious">
    <p:spTree>
      <p:nvGrpSpPr>
        <p:cNvPr id="1" name=""/>
        <p:cNvGrpSpPr/>
        <p:nvPr/>
      </p:nvGrpSpPr>
      <p:grpSpPr>
        <a:xfrm>
          <a:off x="0" y="0"/>
          <a:ext cx="0" cy="0"/>
          <a:chOff x="0" y="0"/>
          <a:chExt cx="0" cy="0"/>
        </a:xfrm>
      </p:grpSpPr>
      <p:pic>
        <p:nvPicPr>
          <p:cNvPr id="4" name="Picture 3" descr="A person wearing glasses&#10;&#10;Description automatically generated with medium confidence">
            <a:extLst>
              <a:ext uri="{FF2B5EF4-FFF2-40B4-BE49-F238E27FC236}">
                <a16:creationId xmlns:a16="http://schemas.microsoft.com/office/drawing/2014/main" id="{88F08902-4808-991A-4643-8227AF697C6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6" name="Suorakulmio 8">
            <a:extLst>
              <a:ext uri="{FF2B5EF4-FFF2-40B4-BE49-F238E27FC236}">
                <a16:creationId xmlns:a16="http://schemas.microsoft.com/office/drawing/2014/main" id="{53C3B1BF-731C-0245-6C55-908F58346363}"/>
              </a:ext>
            </a:extLst>
          </p:cNvPr>
          <p:cNvSpPr/>
          <p:nvPr userDrawn="1"/>
        </p:nvSpPr>
        <p:spPr>
          <a:xfrm>
            <a:off x="1523816" y="2537892"/>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2" name="Tekstiruutu 1">
            <a:extLst>
              <a:ext uri="{FF2B5EF4-FFF2-40B4-BE49-F238E27FC236}">
                <a16:creationId xmlns:a16="http://schemas.microsoft.com/office/drawing/2014/main" id="{C5B146F5-EF31-EE23-19C5-BBDC2E2420FA}"/>
              </a:ext>
            </a:extLst>
          </p:cNvPr>
          <p:cNvSpPr txBox="1"/>
          <p:nvPr userDrawn="1"/>
        </p:nvSpPr>
        <p:spPr>
          <a:xfrm>
            <a:off x="1395914" y="2733964"/>
            <a:ext cx="5269391" cy="630942"/>
          </a:xfrm>
          <a:prstGeom prst="rect">
            <a:avLst/>
          </a:prstGeom>
          <a:noFill/>
        </p:spPr>
        <p:txBody>
          <a:bodyPr wrap="none" rtlCol="0">
            <a:spAutoFit/>
          </a:bodyPr>
          <a:lstStyle/>
          <a:p>
            <a:r>
              <a:rPr lang="fi-FI" sz="3500" b="1" i="0" dirty="0">
                <a:latin typeface="Open Sans" pitchFamily="2" charset="0"/>
                <a:ea typeface="Open Sans" pitchFamily="2" charset="0"/>
                <a:cs typeface="Open Sans" pitchFamily="2" charset="0"/>
              </a:rPr>
              <a:t>LAND OF THE CURIOUS</a:t>
            </a:r>
          </a:p>
        </p:txBody>
      </p:sp>
      <p:sp>
        <p:nvSpPr>
          <p:cNvPr id="3" name="Tekstiruutu 13">
            <a:extLst>
              <a:ext uri="{FF2B5EF4-FFF2-40B4-BE49-F238E27FC236}">
                <a16:creationId xmlns:a16="http://schemas.microsoft.com/office/drawing/2014/main" id="{3DDEAB5E-A294-EF80-CBE1-9F6542EE48A4}"/>
              </a:ext>
            </a:extLst>
          </p:cNvPr>
          <p:cNvSpPr txBox="1"/>
          <p:nvPr userDrawn="1"/>
        </p:nvSpPr>
        <p:spPr>
          <a:xfrm>
            <a:off x="1492658" y="3545891"/>
            <a:ext cx="4811216" cy="2235213"/>
          </a:xfrm>
          <a:prstGeom prst="rect">
            <a:avLst/>
          </a:prstGeom>
          <a:noFill/>
        </p:spPr>
        <p:txBody>
          <a:bodyPr wrap="square" lIns="0" tIns="0" rtlCol="0">
            <a:noAutofit/>
          </a:bodyPr>
          <a:lstStyle/>
          <a:p>
            <a:r>
              <a:rPr lang="en-US" b="0" i="0" dirty="0">
                <a:solidFill>
                  <a:schemeClr val="tx1"/>
                </a:solidFill>
                <a:effectLst/>
                <a:latin typeface="Open Sans" pitchFamily="2" charset="0"/>
                <a:ea typeface="Open Sans" pitchFamily="2" charset="0"/>
                <a:cs typeface="Open Sans" pitchFamily="2" charset="0"/>
              </a:rPr>
              <a:t>People at LUT share a similar outlook on life and a state of mind. We look at things from unexpected perspectives, we question,</a:t>
            </a:r>
          </a:p>
          <a:p>
            <a:r>
              <a:rPr lang="en-US" b="0" i="0" dirty="0">
                <a:solidFill>
                  <a:schemeClr val="tx1"/>
                </a:solidFill>
                <a:effectLst/>
                <a:latin typeface="Open Sans" pitchFamily="2" charset="0"/>
                <a:ea typeface="Open Sans" pitchFamily="2" charset="0"/>
                <a:cs typeface="Open Sans" pitchFamily="2" charset="0"/>
              </a:rPr>
              <a:t>and we search for solutions.</a:t>
            </a:r>
          </a:p>
          <a:p>
            <a:endParaRPr lang="en-US" b="0" i="0" dirty="0">
              <a:solidFill>
                <a:schemeClr val="tx1"/>
              </a:solidFill>
              <a:effectLst/>
              <a:latin typeface="Open Sans" pitchFamily="2" charset="0"/>
              <a:ea typeface="Open Sans" pitchFamily="2" charset="0"/>
              <a:cs typeface="Open Sans" pitchFamily="2" charset="0"/>
            </a:endParaRPr>
          </a:p>
          <a:p>
            <a:r>
              <a:rPr lang="en-US" b="0" i="0" dirty="0">
                <a:solidFill>
                  <a:schemeClr val="tx1"/>
                </a:solidFill>
                <a:effectLst/>
                <a:latin typeface="Open Sans" pitchFamily="2" charset="0"/>
                <a:ea typeface="Open Sans" pitchFamily="2" charset="0"/>
                <a:cs typeface="Open Sans" pitchFamily="2" charset="0"/>
              </a:rPr>
              <a:t>We are a community where curious people inspire others of their kind. We need curiosity to change the world.</a:t>
            </a:r>
            <a:endParaRPr lang="fi-FI" b="0" dirty="0">
              <a:solidFill>
                <a:schemeClr val="tx1"/>
              </a:solidFill>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3258641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Strategy - 1. Opening">
    <p:spTree>
      <p:nvGrpSpPr>
        <p:cNvPr id="1" name=""/>
        <p:cNvGrpSpPr/>
        <p:nvPr/>
      </p:nvGrpSpPr>
      <p:grpSpPr>
        <a:xfrm>
          <a:off x="0" y="0"/>
          <a:ext cx="0" cy="0"/>
          <a:chOff x="0" y="0"/>
          <a:chExt cx="0" cy="0"/>
        </a:xfrm>
      </p:grpSpPr>
      <p:pic>
        <p:nvPicPr>
          <p:cNvPr id="2" name="Picture 1" descr="A person standing on a rock in water with a green cloth&#10;&#10;AI-generated content may be incorrect.">
            <a:extLst>
              <a:ext uri="{FF2B5EF4-FFF2-40B4-BE49-F238E27FC236}">
                <a16:creationId xmlns:a16="http://schemas.microsoft.com/office/drawing/2014/main" id="{7B815F34-C4EA-C21D-0AEB-BC00DA9DD1A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3313"/>
            <a:ext cx="12192000" cy="6864626"/>
          </a:xfrm>
          <a:prstGeom prst="rect">
            <a:avLst/>
          </a:prstGeom>
        </p:spPr>
      </p:pic>
      <p:pic>
        <p:nvPicPr>
          <p:cNvPr id="3" name="Picture 2" descr="A black background with a black square&#10;&#10;AI-generated content may be incorrect.">
            <a:extLst>
              <a:ext uri="{FF2B5EF4-FFF2-40B4-BE49-F238E27FC236}">
                <a16:creationId xmlns:a16="http://schemas.microsoft.com/office/drawing/2014/main" id="{7FF31F13-0209-2A62-C5A7-C14F81211DE5}"/>
              </a:ext>
            </a:extLst>
          </p:cNvPr>
          <p:cNvPicPr>
            <a:picLocks noChangeAspect="1"/>
          </p:cNvPicPr>
          <p:nvPr userDrawn="1"/>
        </p:nvPicPr>
        <p:blipFill>
          <a:blip r:embed="rId3"/>
          <a:srcRect l="81531" b="84000"/>
          <a:stretch>
            <a:fillRect/>
          </a:stretch>
        </p:blipFill>
        <p:spPr>
          <a:xfrm>
            <a:off x="9936480" y="0"/>
            <a:ext cx="2249636" cy="1097280"/>
          </a:xfrm>
          <a:prstGeom prst="rect">
            <a:avLst/>
          </a:prstGeom>
        </p:spPr>
      </p:pic>
      <p:pic>
        <p:nvPicPr>
          <p:cNvPr id="6" name="Kuva 4" descr="Kuva, joka sisältää kohteen piirtäminen&#10;&#10;Kuvaus luotu automaattisesti">
            <a:extLst>
              <a:ext uri="{FF2B5EF4-FFF2-40B4-BE49-F238E27FC236}">
                <a16:creationId xmlns:a16="http://schemas.microsoft.com/office/drawing/2014/main" id="{9C7E0300-7DC9-97DD-96E9-41628D6B6BC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a:effectLst/>
        </p:spPr>
      </p:pic>
    </p:spTree>
    <p:extLst>
      <p:ext uri="{BB962C8B-B14F-4D97-AF65-F5344CB8AC3E}">
        <p14:creationId xmlns:p14="http://schemas.microsoft.com/office/powerpoint/2010/main" val="207445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Strategy - 2. System Earth">
    <p:spTree>
      <p:nvGrpSpPr>
        <p:cNvPr id="1" name=""/>
        <p:cNvGrpSpPr/>
        <p:nvPr/>
      </p:nvGrpSpPr>
      <p:grpSpPr>
        <a:xfrm>
          <a:off x="0" y="0"/>
          <a:ext cx="0" cy="0"/>
          <a:chOff x="0" y="0"/>
          <a:chExt cx="0" cy="0"/>
        </a:xfrm>
      </p:grpSpPr>
      <p:pic>
        <p:nvPicPr>
          <p:cNvPr id="2" name="Picture 1" descr="A green flag with white text&#10;&#10;AI-generated content may be incorrect.">
            <a:extLst>
              <a:ext uri="{FF2B5EF4-FFF2-40B4-BE49-F238E27FC236}">
                <a16:creationId xmlns:a16="http://schemas.microsoft.com/office/drawing/2014/main" id="{AAD1CCAE-F418-4631-3261-83C549BD1D7E}"/>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Kuva 4" descr="Kuva, joka sisältää kohteen piirtäminen&#10;&#10;Kuvaus luotu automaattisesti">
            <a:extLst>
              <a:ext uri="{FF2B5EF4-FFF2-40B4-BE49-F238E27FC236}">
                <a16:creationId xmlns:a16="http://schemas.microsoft.com/office/drawing/2014/main" id="{9194E515-8D5E-8C53-8EF6-E37C946A26D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Tree>
    <p:extLst>
      <p:ext uri="{BB962C8B-B14F-4D97-AF65-F5344CB8AC3E}">
        <p14:creationId xmlns:p14="http://schemas.microsoft.com/office/powerpoint/2010/main" val="7595057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trategy - 3. Scientific Solutions">
    <p:spTree>
      <p:nvGrpSpPr>
        <p:cNvPr id="1" name=""/>
        <p:cNvGrpSpPr/>
        <p:nvPr/>
      </p:nvGrpSpPr>
      <p:grpSpPr>
        <a:xfrm>
          <a:off x="0" y="0"/>
          <a:ext cx="0" cy="0"/>
          <a:chOff x="0" y="0"/>
          <a:chExt cx="0" cy="0"/>
        </a:xfrm>
      </p:grpSpPr>
      <p:pic>
        <p:nvPicPr>
          <p:cNvPr id="2" name="Picture 1" descr="A green and white poster with black text&#10;&#10;AI-generated content may be incorrect.">
            <a:extLst>
              <a:ext uri="{FF2B5EF4-FFF2-40B4-BE49-F238E27FC236}">
                <a16:creationId xmlns:a16="http://schemas.microsoft.com/office/drawing/2014/main" id="{7C3EE9F9-D274-5679-C3CE-2FED0110E3C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Kuva 4" descr="Kuva, joka sisältää kohteen piirtäminen&#10;&#10;Kuvaus luotu automaattisesti">
            <a:extLst>
              <a:ext uri="{FF2B5EF4-FFF2-40B4-BE49-F238E27FC236}">
                <a16:creationId xmlns:a16="http://schemas.microsoft.com/office/drawing/2014/main" id="{B2C0E85F-AD7F-6414-F9B3-40FA4F2F2D9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Tree>
    <p:extLst>
      <p:ext uri="{BB962C8B-B14F-4D97-AF65-F5344CB8AC3E}">
        <p14:creationId xmlns:p14="http://schemas.microsoft.com/office/powerpoint/2010/main" val="292271972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Strategy - 4. Indicators">
    <p:spTree>
      <p:nvGrpSpPr>
        <p:cNvPr id="1" name=""/>
        <p:cNvGrpSpPr/>
        <p:nvPr/>
      </p:nvGrpSpPr>
      <p:grpSpPr>
        <a:xfrm>
          <a:off x="0" y="0"/>
          <a:ext cx="0" cy="0"/>
          <a:chOff x="0" y="0"/>
          <a:chExt cx="0" cy="0"/>
        </a:xfrm>
      </p:grpSpPr>
      <p:pic>
        <p:nvPicPr>
          <p:cNvPr id="2" name="Picture 1" descr="A close-up of a screen&#10;&#10;AI-generated content may be incorrect.">
            <a:extLst>
              <a:ext uri="{FF2B5EF4-FFF2-40B4-BE49-F238E27FC236}">
                <a16:creationId xmlns:a16="http://schemas.microsoft.com/office/drawing/2014/main" id="{ECA70826-170B-36F1-ADDE-ADDBB3F3ECC2}"/>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3" name="Kuva 4" descr="Kuva, joka sisältää kohteen piirtäminen&#10;&#10;Kuvaus luotu automaattisesti">
            <a:extLst>
              <a:ext uri="{FF2B5EF4-FFF2-40B4-BE49-F238E27FC236}">
                <a16:creationId xmlns:a16="http://schemas.microsoft.com/office/drawing/2014/main" id="{AC60C7FF-A887-21CB-DE4A-95BCDA30E60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Tree>
    <p:extLst>
      <p:ext uri="{BB962C8B-B14F-4D97-AF65-F5344CB8AC3E}">
        <p14:creationId xmlns:p14="http://schemas.microsoft.com/office/powerpoint/2010/main" val="16822317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Strategy - 5. Video">
    <p:spTree>
      <p:nvGrpSpPr>
        <p:cNvPr id="1" name=""/>
        <p:cNvGrpSpPr/>
        <p:nvPr/>
      </p:nvGrpSpPr>
      <p:grpSpPr>
        <a:xfrm>
          <a:off x="0" y="0"/>
          <a:ext cx="0" cy="0"/>
          <a:chOff x="0" y="0"/>
          <a:chExt cx="0" cy="0"/>
        </a:xfrm>
      </p:grpSpPr>
      <p:pic>
        <p:nvPicPr>
          <p:cNvPr id="2" name="Picture 1" descr="A person standing on a rock with a green cloth in the air&#10;&#10;AI-generated content may be incorrect.">
            <a:hlinkClick r:id="rId2"/>
            <a:extLst>
              <a:ext uri="{FF2B5EF4-FFF2-40B4-BE49-F238E27FC236}">
                <a16:creationId xmlns:a16="http://schemas.microsoft.com/office/drawing/2014/main" id="{08E8D27B-FDFB-28DB-A61B-97C9A0F9B521}"/>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a:fillRect/>
          </a:stretch>
        </p:blipFill>
        <p:spPr>
          <a:xfrm>
            <a:off x="0" y="0"/>
            <a:ext cx="12191999" cy="6858000"/>
          </a:xfrm>
          <a:prstGeom prst="rect">
            <a:avLst/>
          </a:prstGeom>
        </p:spPr>
      </p:pic>
      <p:sp>
        <p:nvSpPr>
          <p:cNvPr id="3" name="Triangle 2">
            <a:hlinkClick r:id="rId4"/>
            <a:extLst>
              <a:ext uri="{FF2B5EF4-FFF2-40B4-BE49-F238E27FC236}">
                <a16:creationId xmlns:a16="http://schemas.microsoft.com/office/drawing/2014/main" id="{6C07200F-0CB8-C263-0174-E068CF64CDD1}"/>
              </a:ext>
            </a:extLst>
          </p:cNvPr>
          <p:cNvSpPr/>
          <p:nvPr userDrawn="1"/>
        </p:nvSpPr>
        <p:spPr>
          <a:xfrm rot="5400000">
            <a:off x="5751979" y="2605368"/>
            <a:ext cx="1092573" cy="1146361"/>
          </a:xfrm>
          <a:prstGeom prst="triangle">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FI" b="0" i="0" dirty="0">
              <a:latin typeface="Open Sans" pitchFamily="2" charset="0"/>
            </a:endParaRPr>
          </a:p>
        </p:txBody>
      </p:sp>
      <p:sp>
        <p:nvSpPr>
          <p:cNvPr id="4" name="Kolmio 2">
            <a:hlinkClick r:id="rId2"/>
            <a:extLst>
              <a:ext uri="{FF2B5EF4-FFF2-40B4-BE49-F238E27FC236}">
                <a16:creationId xmlns:a16="http://schemas.microsoft.com/office/drawing/2014/main" id="{6FD674F6-325E-288B-0B54-786D2526ACCF}"/>
              </a:ext>
            </a:extLst>
          </p:cNvPr>
          <p:cNvSpPr/>
          <p:nvPr userDrawn="1"/>
        </p:nvSpPr>
        <p:spPr>
          <a:xfrm rot="5400000">
            <a:off x="5737609" y="2534966"/>
            <a:ext cx="1077599" cy="1117794"/>
          </a:xfrm>
          <a:prstGeom prst="triangle">
            <a:avLst/>
          </a:prstGeom>
          <a:solidFill>
            <a:schemeClr val="accent1">
              <a:alpha val="0"/>
            </a:schemeClr>
          </a:solidFill>
          <a:ln w="60325" cap="rnd">
            <a:solidFill>
              <a:schemeClr val="tx1"/>
            </a:soli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pic>
        <p:nvPicPr>
          <p:cNvPr id="9" name="Picture 8" descr="A black background with a black square&#10;&#10;AI-generated content may be incorrect.">
            <a:extLst>
              <a:ext uri="{FF2B5EF4-FFF2-40B4-BE49-F238E27FC236}">
                <a16:creationId xmlns:a16="http://schemas.microsoft.com/office/drawing/2014/main" id="{09028EF5-C3DB-84C6-C166-166FC6FE2C75}"/>
              </a:ext>
            </a:extLst>
          </p:cNvPr>
          <p:cNvPicPr>
            <a:picLocks noChangeAspect="1"/>
          </p:cNvPicPr>
          <p:nvPr userDrawn="1"/>
        </p:nvPicPr>
        <p:blipFill>
          <a:blip r:embed="rId5"/>
          <a:srcRect l="81531" b="84000"/>
          <a:stretch>
            <a:fillRect/>
          </a:stretch>
        </p:blipFill>
        <p:spPr>
          <a:xfrm>
            <a:off x="9936480" y="0"/>
            <a:ext cx="2249636" cy="1097280"/>
          </a:xfrm>
          <a:prstGeom prst="rect">
            <a:avLst/>
          </a:prstGeom>
        </p:spPr>
      </p:pic>
      <p:pic>
        <p:nvPicPr>
          <p:cNvPr id="10" name="Kuva 4" descr="Kuva, joka sisältää kohteen piirtäminen&#10;&#10;Kuvaus luotu automaattisesti">
            <a:extLst>
              <a:ext uri="{FF2B5EF4-FFF2-40B4-BE49-F238E27FC236}">
                <a16:creationId xmlns:a16="http://schemas.microsoft.com/office/drawing/2014/main" id="{BA7F2505-4193-029F-05B7-F9831B61F9D9}"/>
              </a:ext>
            </a:extLst>
          </p:cNvPr>
          <p:cNvPicPr>
            <a:picLocks noChangeAspect="1"/>
          </p:cNvPicPr>
          <p:nvPr userDrawn="1"/>
        </p:nvPicPr>
        <p:blipFill>
          <a:blip r:embed="rId6"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a:effectLst/>
        </p:spPr>
      </p:pic>
    </p:spTree>
    <p:extLst>
      <p:ext uri="{BB962C8B-B14F-4D97-AF65-F5344CB8AC3E}">
        <p14:creationId xmlns:p14="http://schemas.microsoft.com/office/powerpoint/2010/main" val="950510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ern backgroung - Title">
    <p:spTree>
      <p:nvGrpSpPr>
        <p:cNvPr id="1" name=""/>
        <p:cNvGrpSpPr/>
        <p:nvPr/>
      </p:nvGrpSpPr>
      <p:grpSpPr>
        <a:xfrm>
          <a:off x="0" y="0"/>
          <a:ext cx="0" cy="0"/>
          <a:chOff x="0" y="0"/>
          <a:chExt cx="0" cy="0"/>
        </a:xfrm>
      </p:grpSpPr>
      <p:pic>
        <p:nvPicPr>
          <p:cNvPr id="3" name="Kuva 2">
            <a:extLst>
              <a:ext uri="{FF2B5EF4-FFF2-40B4-BE49-F238E27FC236}">
                <a16:creationId xmlns:a16="http://schemas.microsoft.com/office/drawing/2014/main" id="{EE478EF1-487A-BA45-8AA0-A72000AF3478}"/>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5" y="3175"/>
            <a:ext cx="12180709" cy="6851649"/>
          </a:xfrm>
          <a:prstGeom prst="rect">
            <a:avLst/>
          </a:prstGeom>
        </p:spPr>
      </p:pic>
      <p:sp>
        <p:nvSpPr>
          <p:cNvPr id="2" name="Otsikko 1">
            <a:extLst>
              <a:ext uri="{FF2B5EF4-FFF2-40B4-BE49-F238E27FC236}">
                <a16:creationId xmlns:a16="http://schemas.microsoft.com/office/drawing/2014/main" id="{F56A02C7-119E-4AA8-7FF1-628E850D5B62}"/>
              </a:ext>
            </a:extLst>
          </p:cNvPr>
          <p:cNvSpPr>
            <a:spLocks noGrp="1"/>
          </p:cNvSpPr>
          <p:nvPr>
            <p:ph type="ctrTitle"/>
          </p:nvPr>
        </p:nvSpPr>
        <p:spPr>
          <a:xfrm>
            <a:off x="1071155" y="2899943"/>
            <a:ext cx="9601200" cy="1829609"/>
          </a:xfrm>
          <a:prstGeom prst="rect">
            <a:avLst/>
          </a:prstGeom>
        </p:spPr>
        <p:txBody>
          <a:bodyPr wrap="none" anchor="t" anchorCtr="0">
            <a:noAutofit/>
          </a:bodyPr>
          <a:lstStyle>
            <a:lvl1pPr algn="l">
              <a:defRPr sz="6000">
                <a:solidFill>
                  <a:schemeClr val="tx1"/>
                </a:solidFill>
              </a:defRPr>
            </a:lvl1pPr>
          </a:lstStyle>
          <a:p>
            <a:r>
              <a:rPr lang="en-GB" dirty="0"/>
              <a:t>Click to edit</a:t>
            </a:r>
            <a:endParaRPr lang="fi-FI" dirty="0"/>
          </a:p>
        </p:txBody>
      </p:sp>
      <p:pic>
        <p:nvPicPr>
          <p:cNvPr id="4" name="Kuva 20" descr="Kuva, joka sisältää kohteen piirtäminen&#10;&#10;Kuvaus luotu automaattisesti">
            <a:extLst>
              <a:ext uri="{FF2B5EF4-FFF2-40B4-BE49-F238E27FC236}">
                <a16:creationId xmlns:a16="http://schemas.microsoft.com/office/drawing/2014/main" id="{6D1B6F88-F832-949F-CD2D-B77F56A3B5E1}"/>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Tree>
    <p:extLst>
      <p:ext uri="{BB962C8B-B14F-4D97-AF65-F5344CB8AC3E}">
        <p14:creationId xmlns:p14="http://schemas.microsoft.com/office/powerpoint/2010/main" val="16523695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 Quote">
    <p:spTree>
      <p:nvGrpSpPr>
        <p:cNvPr id="1" name=""/>
        <p:cNvGrpSpPr/>
        <p:nvPr/>
      </p:nvGrpSpPr>
      <p:grpSpPr>
        <a:xfrm>
          <a:off x="0" y="0"/>
          <a:ext cx="0" cy="0"/>
          <a:chOff x="0" y="0"/>
          <a:chExt cx="0" cy="0"/>
        </a:xfrm>
      </p:grpSpPr>
      <p:pic>
        <p:nvPicPr>
          <p:cNvPr id="11" name="Kuva 10">
            <a:extLst>
              <a:ext uri="{FF2B5EF4-FFF2-40B4-BE49-F238E27FC236}">
                <a16:creationId xmlns:a16="http://schemas.microsoft.com/office/drawing/2014/main" id="{DCB67A29-9FB1-E045-B966-C993E915D6F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26000"/>
                    </a14:imgEffect>
                  </a14:imgLayer>
                </a14:imgProps>
              </a:ex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pic>
        <p:nvPicPr>
          <p:cNvPr id="13" name="Kuva 12">
            <a:extLst>
              <a:ext uri="{FF2B5EF4-FFF2-40B4-BE49-F238E27FC236}">
                <a16:creationId xmlns:a16="http://schemas.microsoft.com/office/drawing/2014/main" id="{93DCAEA1-E78D-5649-A1EB-C7DDE29E169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42321" y="1754884"/>
            <a:ext cx="869383" cy="711313"/>
          </a:xfrm>
          <a:prstGeom prst="rect">
            <a:avLst/>
          </a:prstGeom>
        </p:spPr>
      </p:pic>
      <p:sp>
        <p:nvSpPr>
          <p:cNvPr id="9" name="Tekstin paikkamerkki 10">
            <a:extLst>
              <a:ext uri="{FF2B5EF4-FFF2-40B4-BE49-F238E27FC236}">
                <a16:creationId xmlns:a16="http://schemas.microsoft.com/office/drawing/2014/main" id="{92F8974B-6345-3347-8050-607169C22DBD}"/>
              </a:ext>
            </a:extLst>
          </p:cNvPr>
          <p:cNvSpPr>
            <a:spLocks noGrp="1"/>
          </p:cNvSpPr>
          <p:nvPr>
            <p:ph type="body" sz="quarter" idx="10"/>
          </p:nvPr>
        </p:nvSpPr>
        <p:spPr>
          <a:xfrm>
            <a:off x="942321" y="2548401"/>
            <a:ext cx="6111621" cy="1451105"/>
          </a:xfrm>
          <a:prstGeom prst="rect">
            <a:avLst/>
          </a:prstGeom>
        </p:spPr>
        <p:txBody>
          <a:bodyPr tIns="108000">
            <a:noAutofit/>
          </a:bodyPr>
          <a:lstStyle>
            <a:lvl1pPr marL="0" indent="0">
              <a:lnSpc>
                <a:spcPct val="120000"/>
              </a:lnSpc>
              <a:spcBef>
                <a:spcPts val="100"/>
              </a:spcBef>
              <a:buFontTx/>
              <a:buNone/>
              <a:defRPr sz="2400">
                <a:solidFill>
                  <a:schemeClr val="tx1"/>
                </a:solidFill>
              </a:defRPr>
            </a:lvl1pPr>
          </a:lstStyle>
          <a:p>
            <a:pPr lvl="0"/>
            <a:r>
              <a:rPr lang="en-GB" dirty="0"/>
              <a:t>Click to edit</a:t>
            </a:r>
          </a:p>
        </p:txBody>
      </p:sp>
      <p:sp>
        <p:nvSpPr>
          <p:cNvPr id="10" name="Tekstin paikkamerkki 10">
            <a:extLst>
              <a:ext uri="{FF2B5EF4-FFF2-40B4-BE49-F238E27FC236}">
                <a16:creationId xmlns:a16="http://schemas.microsoft.com/office/drawing/2014/main" id="{28374634-A5A3-5241-944D-B72B978EC1DC}"/>
              </a:ext>
            </a:extLst>
          </p:cNvPr>
          <p:cNvSpPr>
            <a:spLocks noGrp="1"/>
          </p:cNvSpPr>
          <p:nvPr>
            <p:ph type="body" sz="quarter" idx="11"/>
          </p:nvPr>
        </p:nvSpPr>
        <p:spPr>
          <a:xfrm>
            <a:off x="942321" y="4160133"/>
            <a:ext cx="6111621" cy="1085223"/>
          </a:xfrm>
          <a:prstGeom prst="rect">
            <a:avLst/>
          </a:prstGeom>
        </p:spPr>
        <p:txBody>
          <a:bodyPr tIns="108000">
            <a:noAutofit/>
          </a:bodyPr>
          <a:lstStyle>
            <a:lvl1pPr marL="0" indent="0">
              <a:lnSpc>
                <a:spcPct val="120000"/>
              </a:lnSpc>
              <a:spcBef>
                <a:spcPts val="100"/>
              </a:spcBef>
              <a:buFontTx/>
              <a:buNone/>
              <a:defRPr sz="1500" b="0">
                <a:solidFill>
                  <a:schemeClr val="tx1"/>
                </a:solidFill>
              </a:defRPr>
            </a:lvl1pPr>
          </a:lstStyle>
          <a:p>
            <a:pPr lvl="0"/>
            <a:r>
              <a:rPr lang="en-GB" dirty="0"/>
              <a:t>Click to edit</a:t>
            </a:r>
          </a:p>
        </p:txBody>
      </p:sp>
    </p:spTree>
    <p:extLst>
      <p:ext uri="{BB962C8B-B14F-4D97-AF65-F5344CB8AC3E}">
        <p14:creationId xmlns:p14="http://schemas.microsoft.com/office/powerpoint/2010/main" val="11448100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Quote ">
    <p:spTree>
      <p:nvGrpSpPr>
        <p:cNvPr id="1" name=""/>
        <p:cNvGrpSpPr/>
        <p:nvPr/>
      </p:nvGrpSpPr>
      <p:grpSpPr>
        <a:xfrm>
          <a:off x="0" y="0"/>
          <a:ext cx="0" cy="0"/>
          <a:chOff x="0" y="0"/>
          <a:chExt cx="0" cy="0"/>
        </a:xfrm>
      </p:grpSpPr>
      <p:pic>
        <p:nvPicPr>
          <p:cNvPr id="2" name="Picture 1" descr="A person sitting on a rock in front of a body of water&#10;&#10;Description automatically generated with medium confidence">
            <a:extLst>
              <a:ext uri="{FF2B5EF4-FFF2-40B4-BE49-F238E27FC236}">
                <a16:creationId xmlns:a16="http://schemas.microsoft.com/office/drawing/2014/main" id="{6CC8FF77-C6D4-9BF1-981D-61937A57941D}"/>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14000"/>
                    </a14:imgEffect>
                  </a14:imgLayer>
                </a14:imgProps>
              </a:ex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pic>
        <p:nvPicPr>
          <p:cNvPr id="13" name="Kuva 12">
            <a:extLst>
              <a:ext uri="{FF2B5EF4-FFF2-40B4-BE49-F238E27FC236}">
                <a16:creationId xmlns:a16="http://schemas.microsoft.com/office/drawing/2014/main" id="{93DCAEA1-E78D-5649-A1EB-C7DDE29E169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42321" y="1754884"/>
            <a:ext cx="869383" cy="711313"/>
          </a:xfrm>
          <a:prstGeom prst="rect">
            <a:avLst/>
          </a:prstGeom>
        </p:spPr>
      </p:pic>
      <p:sp>
        <p:nvSpPr>
          <p:cNvPr id="9" name="Tekstin paikkamerkki 10">
            <a:extLst>
              <a:ext uri="{FF2B5EF4-FFF2-40B4-BE49-F238E27FC236}">
                <a16:creationId xmlns:a16="http://schemas.microsoft.com/office/drawing/2014/main" id="{92F8974B-6345-3347-8050-607169C22DBD}"/>
              </a:ext>
            </a:extLst>
          </p:cNvPr>
          <p:cNvSpPr>
            <a:spLocks noGrp="1"/>
          </p:cNvSpPr>
          <p:nvPr>
            <p:ph type="body" sz="quarter" idx="10"/>
          </p:nvPr>
        </p:nvSpPr>
        <p:spPr>
          <a:xfrm>
            <a:off x="942321" y="2547480"/>
            <a:ext cx="6111621" cy="1443948"/>
          </a:xfrm>
          <a:prstGeom prst="rect">
            <a:avLst/>
          </a:prstGeom>
        </p:spPr>
        <p:txBody>
          <a:bodyPr tIns="108000" anchor="t">
            <a:noAutofit/>
          </a:bodyPr>
          <a:lstStyle>
            <a:lvl1pPr marL="0" indent="0">
              <a:lnSpc>
                <a:spcPct val="120000"/>
              </a:lnSpc>
              <a:spcBef>
                <a:spcPts val="100"/>
              </a:spcBef>
              <a:buFontTx/>
              <a:buNone/>
              <a:defRPr sz="2400">
                <a:solidFill>
                  <a:schemeClr val="tx1"/>
                </a:solidFill>
              </a:defRPr>
            </a:lvl1pPr>
          </a:lstStyle>
          <a:p>
            <a:pPr lvl="0"/>
            <a:r>
              <a:rPr lang="en-GB" dirty="0"/>
              <a:t>Click to edit</a:t>
            </a:r>
          </a:p>
        </p:txBody>
      </p:sp>
      <p:sp>
        <p:nvSpPr>
          <p:cNvPr id="10" name="Tekstin paikkamerkki 10">
            <a:extLst>
              <a:ext uri="{FF2B5EF4-FFF2-40B4-BE49-F238E27FC236}">
                <a16:creationId xmlns:a16="http://schemas.microsoft.com/office/drawing/2014/main" id="{28374634-A5A3-5241-944D-B72B978EC1DC}"/>
              </a:ext>
            </a:extLst>
          </p:cNvPr>
          <p:cNvSpPr>
            <a:spLocks noGrp="1"/>
          </p:cNvSpPr>
          <p:nvPr>
            <p:ph type="body" sz="quarter" idx="11"/>
          </p:nvPr>
        </p:nvSpPr>
        <p:spPr>
          <a:xfrm>
            <a:off x="942321" y="4160128"/>
            <a:ext cx="6111621" cy="1085223"/>
          </a:xfrm>
          <a:prstGeom prst="rect">
            <a:avLst/>
          </a:prstGeom>
        </p:spPr>
        <p:txBody>
          <a:bodyPr tIns="108000">
            <a:noAutofit/>
          </a:bodyPr>
          <a:lstStyle>
            <a:lvl1pPr marL="0" indent="0">
              <a:lnSpc>
                <a:spcPct val="120000"/>
              </a:lnSpc>
              <a:spcBef>
                <a:spcPts val="100"/>
              </a:spcBef>
              <a:buFontTx/>
              <a:buNone/>
              <a:defRPr sz="1500" b="0">
                <a:solidFill>
                  <a:schemeClr val="tx1"/>
                </a:solidFill>
              </a:defRPr>
            </a:lvl1pPr>
          </a:lstStyle>
          <a:p>
            <a:pPr lvl="0"/>
            <a:r>
              <a:rPr lang="en-GB" dirty="0"/>
              <a:t>Click to edit</a:t>
            </a:r>
          </a:p>
        </p:txBody>
      </p:sp>
      <p:pic>
        <p:nvPicPr>
          <p:cNvPr id="14" name="Kuva 12">
            <a:extLst>
              <a:ext uri="{FF2B5EF4-FFF2-40B4-BE49-F238E27FC236}">
                <a16:creationId xmlns:a16="http://schemas.microsoft.com/office/drawing/2014/main" id="{BF31BD52-EB2F-674A-B619-5287857A3F5A}"/>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942321" y="1754884"/>
            <a:ext cx="869383" cy="711313"/>
          </a:xfrm>
          <a:prstGeom prst="rect">
            <a:avLst/>
          </a:prstGeom>
        </p:spPr>
      </p:pic>
    </p:spTree>
    <p:extLst>
      <p:ext uri="{BB962C8B-B14F-4D97-AF65-F5344CB8AC3E}">
        <p14:creationId xmlns:p14="http://schemas.microsoft.com/office/powerpoint/2010/main" val="41017057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3 Quote">
    <p:bg>
      <p:bgRef idx="1001">
        <a:schemeClr val="bg2"/>
      </p:bgRef>
    </p:bg>
    <p:spTree>
      <p:nvGrpSpPr>
        <p:cNvPr id="1" name=""/>
        <p:cNvGrpSpPr/>
        <p:nvPr/>
      </p:nvGrpSpPr>
      <p:grpSpPr>
        <a:xfrm>
          <a:off x="0" y="0"/>
          <a:ext cx="0" cy="0"/>
          <a:chOff x="0" y="0"/>
          <a:chExt cx="0" cy="0"/>
        </a:xfrm>
      </p:grpSpPr>
      <p:pic>
        <p:nvPicPr>
          <p:cNvPr id="2" name="Picture 1" descr="A person sitting on a bench&#10;&#10;Description automatically generated">
            <a:extLst>
              <a:ext uri="{FF2B5EF4-FFF2-40B4-BE49-F238E27FC236}">
                <a16:creationId xmlns:a16="http://schemas.microsoft.com/office/drawing/2014/main" id="{1114B7D4-F402-033D-1946-0FFF02B097C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pic>
        <p:nvPicPr>
          <p:cNvPr id="13" name="Kuva 12">
            <a:extLst>
              <a:ext uri="{FF2B5EF4-FFF2-40B4-BE49-F238E27FC236}">
                <a16:creationId xmlns:a16="http://schemas.microsoft.com/office/drawing/2014/main" id="{93DCAEA1-E78D-5649-A1EB-C7DDE29E169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942321" y="1754884"/>
            <a:ext cx="869383" cy="711313"/>
          </a:xfrm>
          <a:prstGeom prst="rect">
            <a:avLst/>
          </a:prstGeom>
        </p:spPr>
      </p:pic>
      <p:sp>
        <p:nvSpPr>
          <p:cNvPr id="9" name="Tekstin paikkamerkki 10">
            <a:extLst>
              <a:ext uri="{FF2B5EF4-FFF2-40B4-BE49-F238E27FC236}">
                <a16:creationId xmlns:a16="http://schemas.microsoft.com/office/drawing/2014/main" id="{92F8974B-6345-3347-8050-607169C22DBD}"/>
              </a:ext>
            </a:extLst>
          </p:cNvPr>
          <p:cNvSpPr>
            <a:spLocks noGrp="1"/>
          </p:cNvSpPr>
          <p:nvPr>
            <p:ph type="body" sz="quarter" idx="10"/>
          </p:nvPr>
        </p:nvSpPr>
        <p:spPr>
          <a:xfrm>
            <a:off x="942321" y="2548401"/>
            <a:ext cx="6111621" cy="1451105"/>
          </a:xfrm>
          <a:prstGeom prst="rect">
            <a:avLst/>
          </a:prstGeom>
        </p:spPr>
        <p:txBody>
          <a:bodyPr tIns="108000">
            <a:noAutofit/>
          </a:bodyPr>
          <a:lstStyle>
            <a:lvl1pPr marL="0" indent="0">
              <a:lnSpc>
                <a:spcPct val="120000"/>
              </a:lnSpc>
              <a:spcBef>
                <a:spcPts val="100"/>
              </a:spcBef>
              <a:buFontTx/>
              <a:buNone/>
              <a:defRPr sz="2400">
                <a:solidFill>
                  <a:schemeClr val="tx1"/>
                </a:solidFill>
              </a:defRPr>
            </a:lvl1pPr>
          </a:lstStyle>
          <a:p>
            <a:pPr lvl="0"/>
            <a:r>
              <a:rPr lang="en-GB" dirty="0"/>
              <a:t>Click to edit</a:t>
            </a:r>
          </a:p>
        </p:txBody>
      </p:sp>
      <p:sp>
        <p:nvSpPr>
          <p:cNvPr id="10" name="Tekstin paikkamerkki 10">
            <a:extLst>
              <a:ext uri="{FF2B5EF4-FFF2-40B4-BE49-F238E27FC236}">
                <a16:creationId xmlns:a16="http://schemas.microsoft.com/office/drawing/2014/main" id="{28374634-A5A3-5241-944D-B72B978EC1DC}"/>
              </a:ext>
            </a:extLst>
          </p:cNvPr>
          <p:cNvSpPr>
            <a:spLocks noGrp="1"/>
          </p:cNvSpPr>
          <p:nvPr>
            <p:ph type="body" sz="quarter" idx="11"/>
          </p:nvPr>
        </p:nvSpPr>
        <p:spPr>
          <a:xfrm>
            <a:off x="942321" y="4160133"/>
            <a:ext cx="6111621" cy="1085223"/>
          </a:xfrm>
          <a:prstGeom prst="rect">
            <a:avLst/>
          </a:prstGeom>
        </p:spPr>
        <p:txBody>
          <a:bodyPr tIns="108000">
            <a:noAutofit/>
          </a:bodyPr>
          <a:lstStyle>
            <a:lvl1pPr marL="0" indent="0">
              <a:lnSpc>
                <a:spcPct val="120000"/>
              </a:lnSpc>
              <a:spcBef>
                <a:spcPts val="100"/>
              </a:spcBef>
              <a:buFontTx/>
              <a:buNone/>
              <a:defRPr sz="1500" b="0">
                <a:solidFill>
                  <a:schemeClr val="tx1"/>
                </a:solidFill>
              </a:defRPr>
            </a:lvl1pPr>
          </a:lstStyle>
          <a:p>
            <a:pPr lvl="0"/>
            <a:r>
              <a:rPr lang="en-GB" dirty="0"/>
              <a:t>Click to edit</a:t>
            </a:r>
          </a:p>
        </p:txBody>
      </p:sp>
    </p:spTree>
    <p:extLst>
      <p:ext uri="{BB962C8B-B14F-4D97-AF65-F5344CB8AC3E}">
        <p14:creationId xmlns:p14="http://schemas.microsoft.com/office/powerpoint/2010/main" val="1480998621"/>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 Quote">
    <p:spTree>
      <p:nvGrpSpPr>
        <p:cNvPr id="1" name=""/>
        <p:cNvGrpSpPr/>
        <p:nvPr/>
      </p:nvGrpSpPr>
      <p:grpSpPr>
        <a:xfrm>
          <a:off x="0" y="0"/>
          <a:ext cx="0" cy="0"/>
          <a:chOff x="0" y="0"/>
          <a:chExt cx="0" cy="0"/>
        </a:xfrm>
      </p:grpSpPr>
      <p:pic>
        <p:nvPicPr>
          <p:cNvPr id="9" name="Kuva 8">
            <a:extLst>
              <a:ext uri="{FF2B5EF4-FFF2-40B4-BE49-F238E27FC236}">
                <a16:creationId xmlns:a16="http://schemas.microsoft.com/office/drawing/2014/main" id="{06AE0204-20EC-8C4C-A903-61D60C79352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pic>
        <p:nvPicPr>
          <p:cNvPr id="8" name="Kuva 7" descr="Kuva, joka sisältää kohteen piirtäminen&#10;&#10;Kuvaus luotu automaattisesti">
            <a:extLst>
              <a:ext uri="{FF2B5EF4-FFF2-40B4-BE49-F238E27FC236}">
                <a16:creationId xmlns:a16="http://schemas.microsoft.com/office/drawing/2014/main" id="{A44B395A-A297-7446-8E8C-77CD1BB56169}"/>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pic>
        <p:nvPicPr>
          <p:cNvPr id="13" name="Kuva 12">
            <a:extLst>
              <a:ext uri="{FF2B5EF4-FFF2-40B4-BE49-F238E27FC236}">
                <a16:creationId xmlns:a16="http://schemas.microsoft.com/office/drawing/2014/main" id="{93DCAEA1-E78D-5649-A1EB-C7DDE29E1690}"/>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19175" y="2586777"/>
            <a:ext cx="869383" cy="711313"/>
          </a:xfrm>
          <a:prstGeom prst="rect">
            <a:avLst/>
          </a:prstGeom>
        </p:spPr>
      </p:pic>
      <p:sp>
        <p:nvSpPr>
          <p:cNvPr id="14" name="Tekstiruutu 13">
            <a:extLst>
              <a:ext uri="{FF2B5EF4-FFF2-40B4-BE49-F238E27FC236}">
                <a16:creationId xmlns:a16="http://schemas.microsoft.com/office/drawing/2014/main" id="{77E1C3E8-BDE9-6A49-85BA-550376CCB48B}"/>
              </a:ext>
            </a:extLst>
          </p:cNvPr>
          <p:cNvSpPr txBox="1"/>
          <p:nvPr/>
        </p:nvSpPr>
        <p:spPr>
          <a:xfrm>
            <a:off x="1019175" y="4592791"/>
            <a:ext cx="4815840" cy="268793"/>
          </a:xfrm>
          <a:prstGeom prst="rect">
            <a:avLst/>
          </a:prstGeom>
          <a:noFill/>
        </p:spPr>
        <p:txBody>
          <a:bodyPr wrap="square" lIns="0" tIns="0" rtlCol="0">
            <a:noAutofit/>
          </a:bodyPr>
          <a:lstStyle/>
          <a:p>
            <a:endParaRPr lang="fi-FI" sz="1500" b="0" i="0" baseline="0" dirty="0">
              <a:latin typeface="Open Sans" pitchFamily="2" charset="0"/>
            </a:endParaRPr>
          </a:p>
        </p:txBody>
      </p:sp>
      <p:sp>
        <p:nvSpPr>
          <p:cNvPr id="10" name="Tekstin paikkamerkki 10">
            <a:extLst>
              <a:ext uri="{FF2B5EF4-FFF2-40B4-BE49-F238E27FC236}">
                <a16:creationId xmlns:a16="http://schemas.microsoft.com/office/drawing/2014/main" id="{62FC8B97-9EDD-FD47-BF79-1AF6F6623A8D}"/>
              </a:ext>
            </a:extLst>
          </p:cNvPr>
          <p:cNvSpPr>
            <a:spLocks noGrp="1"/>
          </p:cNvSpPr>
          <p:nvPr>
            <p:ph type="body" sz="quarter" idx="11"/>
          </p:nvPr>
        </p:nvSpPr>
        <p:spPr>
          <a:xfrm>
            <a:off x="974979" y="4782177"/>
            <a:ext cx="6111621" cy="1085223"/>
          </a:xfrm>
          <a:prstGeom prst="rect">
            <a:avLst/>
          </a:prstGeom>
        </p:spPr>
        <p:txBody>
          <a:bodyPr tIns="108000">
            <a:noAutofit/>
          </a:bodyPr>
          <a:lstStyle>
            <a:lvl1pPr marL="0" indent="0">
              <a:lnSpc>
                <a:spcPct val="100000"/>
              </a:lnSpc>
              <a:spcBef>
                <a:spcPts val="0"/>
              </a:spcBef>
              <a:buFontTx/>
              <a:buNone/>
              <a:defRPr sz="1500" b="0">
                <a:solidFill>
                  <a:schemeClr val="tx1"/>
                </a:solidFill>
              </a:defRPr>
            </a:lvl1pPr>
          </a:lstStyle>
          <a:p>
            <a:pPr lvl="0"/>
            <a:endParaRPr lang="fi-FI" dirty="0"/>
          </a:p>
        </p:txBody>
      </p:sp>
      <p:sp>
        <p:nvSpPr>
          <p:cNvPr id="12" name="Tekstin paikkamerkki 10">
            <a:extLst>
              <a:ext uri="{FF2B5EF4-FFF2-40B4-BE49-F238E27FC236}">
                <a16:creationId xmlns:a16="http://schemas.microsoft.com/office/drawing/2014/main" id="{1D2FC90F-FA94-C340-8C78-117EB30C736A}"/>
              </a:ext>
            </a:extLst>
          </p:cNvPr>
          <p:cNvSpPr>
            <a:spLocks noGrp="1"/>
          </p:cNvSpPr>
          <p:nvPr>
            <p:ph type="body" sz="quarter" idx="10"/>
          </p:nvPr>
        </p:nvSpPr>
        <p:spPr>
          <a:xfrm>
            <a:off x="942321" y="3526690"/>
            <a:ext cx="6111621" cy="1085223"/>
          </a:xfrm>
          <a:prstGeom prst="rect">
            <a:avLst/>
          </a:prstGeom>
        </p:spPr>
        <p:txBody>
          <a:bodyPr tIns="108000">
            <a:noAutofit/>
          </a:bodyPr>
          <a:lstStyle>
            <a:lvl1pPr marL="0" indent="0">
              <a:lnSpc>
                <a:spcPct val="100000"/>
              </a:lnSpc>
              <a:spcBef>
                <a:spcPts val="0"/>
              </a:spcBef>
              <a:buFontTx/>
              <a:buNone/>
              <a:defRPr sz="2400">
                <a:solidFill>
                  <a:schemeClr val="tx1"/>
                </a:solidFill>
              </a:defRPr>
            </a:lvl1pPr>
          </a:lstStyle>
          <a:p>
            <a:pPr lvl="0"/>
            <a:endParaRPr lang="fi-FI" dirty="0"/>
          </a:p>
        </p:txBody>
      </p:sp>
    </p:spTree>
    <p:extLst>
      <p:ext uri="{BB962C8B-B14F-4D97-AF65-F5344CB8AC3E}">
        <p14:creationId xmlns:p14="http://schemas.microsoft.com/office/powerpoint/2010/main" val="320951105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Outro - Always the last slide">
    <p:spTree>
      <p:nvGrpSpPr>
        <p:cNvPr id="1" name=""/>
        <p:cNvGrpSpPr/>
        <p:nvPr/>
      </p:nvGrpSpPr>
      <p:grpSpPr>
        <a:xfrm>
          <a:off x="0" y="0"/>
          <a:ext cx="0" cy="0"/>
          <a:chOff x="0" y="0"/>
          <a:chExt cx="0" cy="0"/>
        </a:xfrm>
      </p:grpSpPr>
      <p:pic>
        <p:nvPicPr>
          <p:cNvPr id="3" name="Kuva 3">
            <a:extLst>
              <a:ext uri="{FF2B5EF4-FFF2-40B4-BE49-F238E27FC236}">
                <a16:creationId xmlns:a16="http://schemas.microsoft.com/office/drawing/2014/main" id="{27A78B2A-CD5A-A442-A100-3A444525493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231606802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lack | Presentation info">
    <p:spTree>
      <p:nvGrpSpPr>
        <p:cNvPr id="1" name=""/>
        <p:cNvGrpSpPr/>
        <p:nvPr/>
      </p:nvGrpSpPr>
      <p:grpSpPr>
        <a:xfrm>
          <a:off x="0" y="0"/>
          <a:ext cx="0" cy="0"/>
          <a:chOff x="0" y="0"/>
          <a:chExt cx="0" cy="0"/>
        </a:xfrm>
      </p:grpSpPr>
      <p:pic>
        <p:nvPicPr>
          <p:cNvPr id="20" name="Kuva 19">
            <a:extLst>
              <a:ext uri="{FF2B5EF4-FFF2-40B4-BE49-F238E27FC236}">
                <a16:creationId xmlns:a16="http://schemas.microsoft.com/office/drawing/2014/main" id="{FB7551AB-D8DF-3A46-98D7-FD00A24F366A}"/>
              </a:ext>
            </a:extLst>
          </p:cNvPr>
          <p:cNvPicPr>
            <a:picLocks noChangeAspect="1"/>
          </p:cNvPicPr>
          <p:nvPr/>
        </p:nvPicPr>
        <p:blipFill>
          <a:blip r:embed="rId2" cstate="email">
            <a:extLst>
              <a:ext uri="{28A0092B-C50C-407E-A947-70E740481C1C}">
                <a14:useLocalDpi xmlns:a14="http://schemas.microsoft.com/office/drawing/2010/main"/>
              </a:ext>
            </a:extLst>
          </a:blip>
          <a:srcRect b="68397"/>
          <a:stretch>
            <a:fillRect/>
          </a:stretch>
        </p:blipFill>
        <p:spPr>
          <a:xfrm>
            <a:off x="5644" y="6350"/>
            <a:ext cx="12180711" cy="2165350"/>
          </a:xfrm>
          <a:prstGeom prst="rect">
            <a:avLst/>
          </a:prstGeom>
        </p:spPr>
      </p:pic>
      <p:sp>
        <p:nvSpPr>
          <p:cNvPr id="7" name="Otsikko 6">
            <a:extLst>
              <a:ext uri="{FF2B5EF4-FFF2-40B4-BE49-F238E27FC236}">
                <a16:creationId xmlns:a16="http://schemas.microsoft.com/office/drawing/2014/main" id="{9078949D-D458-B94D-94E1-C0C946155902}"/>
              </a:ext>
            </a:extLst>
          </p:cNvPr>
          <p:cNvSpPr>
            <a:spLocks noGrp="1"/>
          </p:cNvSpPr>
          <p:nvPr>
            <p:ph type="title" hasCustomPrompt="1"/>
          </p:nvPr>
        </p:nvSpPr>
        <p:spPr>
          <a:xfrm>
            <a:off x="907916" y="3413098"/>
            <a:ext cx="7201941" cy="589946"/>
          </a:xfrm>
          <a:prstGeom prst="rect">
            <a:avLst/>
          </a:prstGeom>
        </p:spPr>
        <p:txBody>
          <a:bodyPr wrap="none" anchor="t">
            <a:noAutofit/>
          </a:bodyPr>
          <a:lstStyle>
            <a:lvl1pPr>
              <a:lnSpc>
                <a:spcPct val="90000"/>
              </a:lnSpc>
              <a:defRPr/>
            </a:lvl1pPr>
          </a:lstStyle>
          <a:p>
            <a:r>
              <a:rPr lang="fi-FI" dirty="0"/>
              <a:t>PRESENTATION TITLE</a:t>
            </a:r>
          </a:p>
        </p:txBody>
      </p:sp>
      <p:sp>
        <p:nvSpPr>
          <p:cNvPr id="11" name="Tekstin paikkamerkki 10">
            <a:extLst>
              <a:ext uri="{FF2B5EF4-FFF2-40B4-BE49-F238E27FC236}">
                <a16:creationId xmlns:a16="http://schemas.microsoft.com/office/drawing/2014/main" id="{4CAE96DE-E366-FC45-AAE3-280E40FB56CA}"/>
              </a:ext>
            </a:extLst>
          </p:cNvPr>
          <p:cNvSpPr>
            <a:spLocks noGrp="1"/>
          </p:cNvSpPr>
          <p:nvPr>
            <p:ph type="body" sz="quarter" idx="10" hasCustomPrompt="1"/>
          </p:nvPr>
        </p:nvSpPr>
        <p:spPr>
          <a:xfrm>
            <a:off x="907916" y="4018946"/>
            <a:ext cx="7201941" cy="857854"/>
          </a:xfrm>
          <a:prstGeom prst="rect">
            <a:avLst/>
          </a:prstGeom>
        </p:spPr>
        <p:txBody>
          <a:bodyPr lIns="108000" anchor="t">
            <a:noAutofit/>
          </a:bodyPr>
          <a:lstStyle>
            <a:lvl1pPr marL="0" indent="0">
              <a:lnSpc>
                <a:spcPct val="120000"/>
              </a:lnSpc>
              <a:spcBef>
                <a:spcPts val="0"/>
              </a:spcBef>
              <a:spcAft>
                <a:spcPts val="100"/>
              </a:spcAft>
              <a:buNone/>
              <a:defRPr sz="1800" baseline="0"/>
            </a:lvl1pPr>
          </a:lstStyle>
          <a:p>
            <a:r>
              <a:rPr lang="en-US" noProof="1"/>
              <a:t>Subtitle</a:t>
            </a:r>
          </a:p>
        </p:txBody>
      </p:sp>
      <p:sp>
        <p:nvSpPr>
          <p:cNvPr id="14" name="Suorakulmio 13">
            <a:extLst>
              <a:ext uri="{FF2B5EF4-FFF2-40B4-BE49-F238E27FC236}">
                <a16:creationId xmlns:a16="http://schemas.microsoft.com/office/drawing/2014/main" id="{AC66544D-4E64-CA46-BFF3-E88D268B3E35}"/>
              </a:ext>
            </a:extLst>
          </p:cNvPr>
          <p:cNvSpPr/>
          <p:nvPr userDrawn="1"/>
        </p:nvSpPr>
        <p:spPr>
          <a:xfrm>
            <a:off x="1019175" y="3117038"/>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5" name="Tekstin paikkamerkki 10">
            <a:extLst>
              <a:ext uri="{FF2B5EF4-FFF2-40B4-BE49-F238E27FC236}">
                <a16:creationId xmlns:a16="http://schemas.microsoft.com/office/drawing/2014/main" id="{FF492EFE-5B1E-104C-841C-28BAEC6E4C2C}"/>
              </a:ext>
            </a:extLst>
          </p:cNvPr>
          <p:cNvSpPr>
            <a:spLocks noGrp="1"/>
          </p:cNvSpPr>
          <p:nvPr>
            <p:ph type="body" sz="quarter" idx="11" hasCustomPrompt="1"/>
          </p:nvPr>
        </p:nvSpPr>
        <p:spPr>
          <a:xfrm>
            <a:off x="907916" y="4999968"/>
            <a:ext cx="7201941" cy="985894"/>
          </a:xfrm>
          <a:prstGeom prst="rect">
            <a:avLst/>
          </a:prstGeom>
        </p:spPr>
        <p:txBody>
          <a:bodyPr lIns="108000">
            <a:noAutofit/>
          </a:bodyPr>
          <a:lstStyle>
            <a:lvl1pPr marL="0" indent="0">
              <a:lnSpc>
                <a:spcPct val="120000"/>
              </a:lnSpc>
              <a:spcBef>
                <a:spcPts val="200"/>
              </a:spcBef>
              <a:spcAft>
                <a:spcPts val="200"/>
              </a:spcAft>
              <a:buNone/>
              <a:defRPr sz="1400" b="0" i="0" baseline="0">
                <a:latin typeface="Open Sans" pitchFamily="2" charset="0"/>
                <a:ea typeface="Open Sans" pitchFamily="2" charset="0"/>
                <a:cs typeface="Open Sans" pitchFamily="2" charset="0"/>
              </a:defRPr>
            </a:lvl1pPr>
          </a:lstStyle>
          <a:p>
            <a:r>
              <a:rPr lang="en-US" noProof="0" dirty="0">
                <a:latin typeface="Arial"/>
                <a:cs typeface="Arial"/>
              </a:rPr>
              <a:t>Presenter’s name</a:t>
            </a:r>
            <a:endParaRPr lang="en-US" noProof="0" dirty="0">
              <a:cs typeface="Arial"/>
            </a:endParaRPr>
          </a:p>
          <a:p>
            <a:r>
              <a:rPr lang="en-US" noProof="0" dirty="0">
                <a:latin typeface="Arial"/>
                <a:cs typeface="Arial"/>
              </a:rPr>
              <a:t>Title | </a:t>
            </a:r>
            <a:r>
              <a:rPr lang="en-US" noProof="0" dirty="0" err="1">
                <a:latin typeface="Arial"/>
                <a:cs typeface="Arial"/>
              </a:rPr>
              <a:t>Organisation</a:t>
            </a:r>
            <a:endParaRPr lang="en-US" noProof="0" dirty="0">
              <a:latin typeface="Arial"/>
              <a:cs typeface="Arial"/>
            </a:endParaRPr>
          </a:p>
          <a:p>
            <a:r>
              <a:rPr lang="en-US" noProof="0" dirty="0">
                <a:latin typeface="Arial"/>
                <a:cs typeface="Arial"/>
              </a:rPr>
              <a:t>Contact</a:t>
            </a:r>
          </a:p>
        </p:txBody>
      </p:sp>
      <p:sp>
        <p:nvSpPr>
          <p:cNvPr id="16" name="Tekstin paikkamerkki 10">
            <a:extLst>
              <a:ext uri="{FF2B5EF4-FFF2-40B4-BE49-F238E27FC236}">
                <a16:creationId xmlns:a16="http://schemas.microsoft.com/office/drawing/2014/main" id="{037F49E4-C5C8-A341-BDE0-42D68A3DB72C}"/>
              </a:ext>
            </a:extLst>
          </p:cNvPr>
          <p:cNvSpPr>
            <a:spLocks noGrp="1"/>
          </p:cNvSpPr>
          <p:nvPr>
            <p:ph type="body" sz="quarter" idx="12" hasCustomPrompt="1"/>
          </p:nvPr>
        </p:nvSpPr>
        <p:spPr>
          <a:xfrm>
            <a:off x="1639988" y="3107105"/>
            <a:ext cx="6469869" cy="176956"/>
          </a:xfrm>
          <a:prstGeom prst="rect">
            <a:avLst/>
          </a:prstGeom>
        </p:spPr>
        <p:txBody>
          <a:bodyPr wrap="none" lIns="0" bIns="0" anchor="b" anchorCtr="0">
            <a:noAutofit/>
          </a:bodyPr>
          <a:lstStyle>
            <a:lvl1pPr marL="0" indent="0">
              <a:lnSpc>
                <a:spcPts val="1000"/>
              </a:lnSpc>
              <a:buNone/>
              <a:defRPr sz="1400" b="0" i="0" cap="all" baseline="0">
                <a:latin typeface="Open Sans" pitchFamily="2" charset="0"/>
                <a:ea typeface="Open Sans" pitchFamily="2" charset="0"/>
                <a:cs typeface="Open Sans" pitchFamily="2" charset="0"/>
              </a:defRPr>
            </a:lvl1pPr>
          </a:lstStyle>
          <a:p>
            <a:r>
              <a:rPr lang="fi-FI" dirty="0"/>
              <a:t>EVENT AND DATE</a:t>
            </a:r>
          </a:p>
        </p:txBody>
      </p:sp>
      <p:pic>
        <p:nvPicPr>
          <p:cNvPr id="21" name="Kuva 20" descr="Kuva, joka sisältää kohteen piirtäminen&#10;&#10;Kuvaus luotu automaattisesti">
            <a:extLst>
              <a:ext uri="{FF2B5EF4-FFF2-40B4-BE49-F238E27FC236}">
                <a16:creationId xmlns:a16="http://schemas.microsoft.com/office/drawing/2014/main" id="{1859B885-88F6-5A47-9493-9524266A95DB}"/>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3" name="Picture Placeholder 2">
            <a:extLst>
              <a:ext uri="{FF2B5EF4-FFF2-40B4-BE49-F238E27FC236}">
                <a16:creationId xmlns:a16="http://schemas.microsoft.com/office/drawing/2014/main" id="{D43CC82F-0DE7-2E0E-B549-69A93003E3DE}"/>
              </a:ext>
            </a:extLst>
          </p:cNvPr>
          <p:cNvSpPr>
            <a:spLocks noGrp="1"/>
          </p:cNvSpPr>
          <p:nvPr>
            <p:ph type="pic" sz="quarter" idx="14"/>
          </p:nvPr>
        </p:nvSpPr>
        <p:spPr>
          <a:xfrm>
            <a:off x="8550210" y="2699928"/>
            <a:ext cx="2265265" cy="2263959"/>
          </a:xfrm>
          <a:prstGeom prst="ellipse">
            <a:avLst/>
          </a:prstGeom>
        </p:spPr>
        <p:txBody>
          <a:bodyPr/>
          <a:lstStyle/>
          <a:p>
            <a:endParaRPr lang="en-FI"/>
          </a:p>
        </p:txBody>
      </p:sp>
      <p:sp>
        <p:nvSpPr>
          <p:cNvPr id="2" name="Date Placeholder 3">
            <a:extLst>
              <a:ext uri="{FF2B5EF4-FFF2-40B4-BE49-F238E27FC236}">
                <a16:creationId xmlns:a16="http://schemas.microsoft.com/office/drawing/2014/main" id="{AD0F11E7-1B33-C06A-8110-8534D71F9EA1}"/>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dirty="0"/>
          </a:p>
        </p:txBody>
      </p:sp>
      <p:sp>
        <p:nvSpPr>
          <p:cNvPr id="4" name="Footer Placeholder 4">
            <a:extLst>
              <a:ext uri="{FF2B5EF4-FFF2-40B4-BE49-F238E27FC236}">
                <a16:creationId xmlns:a16="http://schemas.microsoft.com/office/drawing/2014/main" id="{50A6F3EF-D574-FCFE-9729-A08841146093}"/>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5" name="Slide Number Placeholder 5">
            <a:extLst>
              <a:ext uri="{FF2B5EF4-FFF2-40B4-BE49-F238E27FC236}">
                <a16:creationId xmlns:a16="http://schemas.microsoft.com/office/drawing/2014/main" id="{55F02342-695A-54F2-08AF-1C3EE245D8C4}"/>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85111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ck | Fern - Title and text">
    <p:spTree>
      <p:nvGrpSpPr>
        <p:cNvPr id="1" name=""/>
        <p:cNvGrpSpPr/>
        <p:nvPr/>
      </p:nvGrpSpPr>
      <p:grpSpPr>
        <a:xfrm>
          <a:off x="0" y="0"/>
          <a:ext cx="0" cy="0"/>
          <a:chOff x="0" y="0"/>
          <a:chExt cx="0" cy="0"/>
        </a:xfrm>
      </p:grpSpPr>
      <p:pic>
        <p:nvPicPr>
          <p:cNvPr id="2" name="Kuva 13">
            <a:extLst>
              <a:ext uri="{FF2B5EF4-FFF2-40B4-BE49-F238E27FC236}">
                <a16:creationId xmlns:a16="http://schemas.microsoft.com/office/drawing/2014/main" id="{CBDE342B-6143-6DA9-A058-269581AB9238}"/>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644" y="6350"/>
            <a:ext cx="12180711" cy="6851650"/>
          </a:xfrm>
          <a:prstGeom prst="rect">
            <a:avLst/>
          </a:prstGeom>
        </p:spPr>
      </p:pic>
      <p:sp>
        <p:nvSpPr>
          <p:cNvPr id="7" name="Otsikko 6">
            <a:extLst>
              <a:ext uri="{FF2B5EF4-FFF2-40B4-BE49-F238E27FC236}">
                <a16:creationId xmlns:a16="http://schemas.microsoft.com/office/drawing/2014/main" id="{9078949D-D458-B94D-94E1-C0C946155902}"/>
              </a:ext>
            </a:extLst>
          </p:cNvPr>
          <p:cNvSpPr>
            <a:spLocks noGrp="1"/>
          </p:cNvSpPr>
          <p:nvPr>
            <p:ph type="title"/>
          </p:nvPr>
        </p:nvSpPr>
        <p:spPr>
          <a:xfrm>
            <a:off x="897031" y="1859409"/>
            <a:ext cx="10515600" cy="468479"/>
          </a:xfrm>
          <a:prstGeom prst="rect">
            <a:avLst/>
          </a:prstGeom>
        </p:spPr>
        <p:txBody>
          <a:bodyPr anchor="t"/>
          <a:lstStyle/>
          <a:p>
            <a:r>
              <a:rPr lang="en-GB" dirty="0"/>
              <a:t>Click to edit</a:t>
            </a:r>
            <a:endParaRPr lang="fi-FI" dirty="0"/>
          </a:p>
        </p:txBody>
      </p:sp>
      <p:sp>
        <p:nvSpPr>
          <p:cNvPr id="3" name="Text Placeholder 2">
            <a:extLst>
              <a:ext uri="{FF2B5EF4-FFF2-40B4-BE49-F238E27FC236}">
                <a16:creationId xmlns:a16="http://schemas.microsoft.com/office/drawing/2014/main" id="{1CD056A9-0314-3442-AA1C-39475A47F480}"/>
              </a:ext>
            </a:extLst>
          </p:cNvPr>
          <p:cNvSpPr>
            <a:spLocks noGrp="1"/>
          </p:cNvSpPr>
          <p:nvPr>
            <p:ph type="body" sz="quarter" idx="12"/>
          </p:nvPr>
        </p:nvSpPr>
        <p:spPr>
          <a:xfrm>
            <a:off x="1702526" y="2524139"/>
            <a:ext cx="9710105" cy="3647907"/>
          </a:xfrm>
          <a:prstGeom prst="rect">
            <a:avLst/>
          </a:prstGeom>
        </p:spPr>
        <p:txBody>
          <a:bodyPr/>
          <a:lstStyle>
            <a:lvl1pPr>
              <a:lnSpc>
                <a:spcPct val="120000"/>
              </a:lnSpc>
              <a:defRPr/>
            </a:lvl1pPr>
            <a:lvl2pPr marL="742950" indent="-285750">
              <a:lnSpc>
                <a:spcPct val="120000"/>
              </a:lnSpc>
              <a:buFontTx/>
              <a:buBlip>
                <a:blip r:embed="rId3"/>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6" name="Tekstin paikkamerkki 4">
            <a:extLst>
              <a:ext uri="{FF2B5EF4-FFF2-40B4-BE49-F238E27FC236}">
                <a16:creationId xmlns:a16="http://schemas.microsoft.com/office/drawing/2014/main" id="{7D91FB59-C4A2-A74E-98A2-0A6C88E4C7FD}"/>
              </a:ext>
            </a:extLst>
          </p:cNvPr>
          <p:cNvSpPr>
            <a:spLocks noGrp="1"/>
          </p:cNvSpPr>
          <p:nvPr>
            <p:ph type="body" sz="quarter" idx="11" hasCustomPrompt="1"/>
          </p:nvPr>
        </p:nvSpPr>
        <p:spPr>
          <a:xfrm>
            <a:off x="1774825" y="1544491"/>
            <a:ext cx="9637806" cy="205974"/>
          </a:xfrm>
          <a:prstGeom prst="rect">
            <a:avLst/>
          </a:prstGeom>
        </p:spPr>
        <p:txBody>
          <a:bodyPr lIns="0" tIns="46800" bIns="46800" anchor="ctr" anchorCtr="0">
            <a:noAutofit/>
          </a:bodyPr>
          <a:lstStyle>
            <a:lvl1pPr marL="0" indent="0">
              <a:buFontTx/>
              <a:buNone/>
              <a:defRPr sz="1400" b="0"/>
            </a:lvl1pPr>
          </a:lstStyle>
          <a:p>
            <a:pPr lvl="0"/>
            <a:r>
              <a:rPr lang="en-GB" dirty="0"/>
              <a:t>CLICK TO EDIT</a:t>
            </a:r>
          </a:p>
        </p:txBody>
      </p:sp>
      <p:pic>
        <p:nvPicPr>
          <p:cNvPr id="4" name="Kuva 5" descr="Kuva, joka sisältää kohteen piirtäminen&#10;&#10;Kuvaus luotu automaattisesti">
            <a:extLst>
              <a:ext uri="{FF2B5EF4-FFF2-40B4-BE49-F238E27FC236}">
                <a16:creationId xmlns:a16="http://schemas.microsoft.com/office/drawing/2014/main" id="{E4C93409-229A-F5D7-181D-FBC1CF515705}"/>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5" name="Suorakulmio 8">
            <a:extLst>
              <a:ext uri="{FF2B5EF4-FFF2-40B4-BE49-F238E27FC236}">
                <a16:creationId xmlns:a16="http://schemas.microsoft.com/office/drawing/2014/main" id="{3B91BD1F-C944-C300-1455-B7C3C0A9F47A}"/>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8" name="Date Placeholder 3">
            <a:extLst>
              <a:ext uri="{FF2B5EF4-FFF2-40B4-BE49-F238E27FC236}">
                <a16:creationId xmlns:a16="http://schemas.microsoft.com/office/drawing/2014/main" id="{E92AADAE-5875-7CD8-7D0A-B8832D695593}"/>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9" name="Footer Placeholder 4">
            <a:extLst>
              <a:ext uri="{FF2B5EF4-FFF2-40B4-BE49-F238E27FC236}">
                <a16:creationId xmlns:a16="http://schemas.microsoft.com/office/drawing/2014/main" id="{2AE3F457-2A26-6173-7CC9-48070E59950F}"/>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10" name="Slide Number Placeholder 5">
            <a:extLst>
              <a:ext uri="{FF2B5EF4-FFF2-40B4-BE49-F238E27FC236}">
                <a16:creationId xmlns:a16="http://schemas.microsoft.com/office/drawing/2014/main" id="{A5F2B836-E948-69C9-E3F1-18D8FA4A5D6B}"/>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596025861"/>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lack | Juniper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2" name="Tekstin paikkamerkki 4">
            <a:extLst>
              <a:ext uri="{FF2B5EF4-FFF2-40B4-BE49-F238E27FC236}">
                <a16:creationId xmlns:a16="http://schemas.microsoft.com/office/drawing/2014/main" id="{17F36022-1CF8-CC4B-A7D2-242E6A33EF57}"/>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9" name="Suorakulmio 8">
            <a:extLst>
              <a:ext uri="{FF2B5EF4-FFF2-40B4-BE49-F238E27FC236}">
                <a16:creationId xmlns:a16="http://schemas.microsoft.com/office/drawing/2014/main" id="{FC0BF464-6E1E-4647-A764-9C5364DC0EE5}"/>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0" name="Text Placeholder 2">
            <a:extLst>
              <a:ext uri="{FF2B5EF4-FFF2-40B4-BE49-F238E27FC236}">
                <a16:creationId xmlns:a16="http://schemas.microsoft.com/office/drawing/2014/main" id="{9E12283F-F2BC-D24D-BEC3-1D7D4B94BDC2}"/>
              </a:ext>
            </a:extLst>
          </p:cNvPr>
          <p:cNvSpPr>
            <a:spLocks noGrp="1"/>
          </p:cNvSpPr>
          <p:nvPr>
            <p:ph type="body" sz="quarter" idx="12"/>
          </p:nvPr>
        </p:nvSpPr>
        <p:spPr>
          <a:xfrm>
            <a:off x="1702526" y="2524139"/>
            <a:ext cx="9710105" cy="3647907"/>
          </a:xfrm>
          <a:prstGeom prst="rect">
            <a:avLst/>
          </a:prstGeom>
        </p:spPr>
        <p:txBody>
          <a:bodyPr/>
          <a:lstStyle>
            <a:lvl1pPr>
              <a:lnSpc>
                <a:spcPct val="120000"/>
              </a:lnSpc>
              <a:defRPr/>
            </a:lvl1pPr>
            <a:lvl2pPr marL="742950" indent="-285750">
              <a:lnSpc>
                <a:spcPct val="120000"/>
              </a:lnSpc>
              <a:buFontTx/>
              <a:buBlip>
                <a:blip r:embed="rId4"/>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8" name="Otsikko 6">
            <a:extLst>
              <a:ext uri="{FF2B5EF4-FFF2-40B4-BE49-F238E27FC236}">
                <a16:creationId xmlns:a16="http://schemas.microsoft.com/office/drawing/2014/main" id="{0FBCA4BB-4D9E-2140-A79A-B76D9DCF736C}"/>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2" name="Date Placeholder 3">
            <a:extLst>
              <a:ext uri="{FF2B5EF4-FFF2-40B4-BE49-F238E27FC236}">
                <a16:creationId xmlns:a16="http://schemas.microsoft.com/office/drawing/2014/main" id="{63D02024-FFE7-3F8D-CEE6-3FF61E443499}"/>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3" name="Footer Placeholder 4">
            <a:extLst>
              <a:ext uri="{FF2B5EF4-FFF2-40B4-BE49-F238E27FC236}">
                <a16:creationId xmlns:a16="http://schemas.microsoft.com/office/drawing/2014/main" id="{600234B3-67D4-026C-FAA4-CFADB8F7ECA7}"/>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4" name="Slide Number Placeholder 5">
            <a:extLst>
              <a:ext uri="{FF2B5EF4-FFF2-40B4-BE49-F238E27FC236}">
                <a16:creationId xmlns:a16="http://schemas.microsoft.com/office/drawing/2014/main" id="{509D1DC9-4BE0-DD0D-737F-D6FA818290A3}"/>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3716336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lack | Dew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6350"/>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1" name="Tekstin paikkamerkki 4">
            <a:extLst>
              <a:ext uri="{FF2B5EF4-FFF2-40B4-BE49-F238E27FC236}">
                <a16:creationId xmlns:a16="http://schemas.microsoft.com/office/drawing/2014/main" id="{75656C06-0A5E-774B-B396-0352AF4EFAB9}"/>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0" name="Suorakulmio 9">
            <a:extLst>
              <a:ext uri="{FF2B5EF4-FFF2-40B4-BE49-F238E27FC236}">
                <a16:creationId xmlns:a16="http://schemas.microsoft.com/office/drawing/2014/main" id="{E580E285-BB1D-AD4E-B2DD-97B6D7825125}"/>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9" name="Text Placeholder 2">
            <a:extLst>
              <a:ext uri="{FF2B5EF4-FFF2-40B4-BE49-F238E27FC236}">
                <a16:creationId xmlns:a16="http://schemas.microsoft.com/office/drawing/2014/main" id="{F945463F-1D59-0E4C-98D6-F0A347B639AE}"/>
              </a:ext>
            </a:extLst>
          </p:cNvPr>
          <p:cNvSpPr>
            <a:spLocks noGrp="1"/>
          </p:cNvSpPr>
          <p:nvPr>
            <p:ph type="body" sz="quarter" idx="12"/>
          </p:nvPr>
        </p:nvSpPr>
        <p:spPr>
          <a:xfrm>
            <a:off x="1702526" y="2524139"/>
            <a:ext cx="9710105" cy="3647907"/>
          </a:xfrm>
          <a:prstGeom prst="rect">
            <a:avLst/>
          </a:prstGeom>
        </p:spPr>
        <p:txBody>
          <a:bodyPr/>
          <a:lstStyle>
            <a:lvl1pPr>
              <a:lnSpc>
                <a:spcPct val="120000"/>
              </a:lnSpc>
              <a:defRPr/>
            </a:lvl1pPr>
            <a:lvl2pPr marL="742950" indent="-285750">
              <a:lnSpc>
                <a:spcPct val="120000"/>
              </a:lnSpc>
              <a:buFontTx/>
              <a:buBlip>
                <a:blip r:embed="rId4"/>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8" name="Otsikko 6">
            <a:extLst>
              <a:ext uri="{FF2B5EF4-FFF2-40B4-BE49-F238E27FC236}">
                <a16:creationId xmlns:a16="http://schemas.microsoft.com/office/drawing/2014/main" id="{5EAF0B4B-10C7-D049-8487-B10F636BE709}"/>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2" name="Date Placeholder 3">
            <a:extLst>
              <a:ext uri="{FF2B5EF4-FFF2-40B4-BE49-F238E27FC236}">
                <a16:creationId xmlns:a16="http://schemas.microsoft.com/office/drawing/2014/main" id="{45542D03-153E-B0FE-AAAF-20E92606774A}"/>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3" name="Footer Placeholder 4">
            <a:extLst>
              <a:ext uri="{FF2B5EF4-FFF2-40B4-BE49-F238E27FC236}">
                <a16:creationId xmlns:a16="http://schemas.microsoft.com/office/drawing/2014/main" id="{C0D867E7-1CD4-BBA2-3F81-A8AA0A161E90}"/>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4" name="Slide Number Placeholder 5">
            <a:extLst>
              <a:ext uri="{FF2B5EF4-FFF2-40B4-BE49-F238E27FC236}">
                <a16:creationId xmlns:a16="http://schemas.microsoft.com/office/drawing/2014/main" id="{3350D877-90E2-5559-3163-1D3FA2237735}"/>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7971104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ck | Pine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1" name="Tekstin paikkamerkki 4">
            <a:extLst>
              <a:ext uri="{FF2B5EF4-FFF2-40B4-BE49-F238E27FC236}">
                <a16:creationId xmlns:a16="http://schemas.microsoft.com/office/drawing/2014/main" id="{90663A93-20B6-A244-895E-B217A8FC1055}"/>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0" name="Suorakulmio 9">
            <a:extLst>
              <a:ext uri="{FF2B5EF4-FFF2-40B4-BE49-F238E27FC236}">
                <a16:creationId xmlns:a16="http://schemas.microsoft.com/office/drawing/2014/main" id="{8FEDD50F-B03F-1A4D-BBC8-AD356AF6708A}"/>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9" name="Text Placeholder 2">
            <a:extLst>
              <a:ext uri="{FF2B5EF4-FFF2-40B4-BE49-F238E27FC236}">
                <a16:creationId xmlns:a16="http://schemas.microsoft.com/office/drawing/2014/main" id="{D1BC72B9-1EB4-F446-84C8-3785CA937C84}"/>
              </a:ext>
            </a:extLst>
          </p:cNvPr>
          <p:cNvSpPr>
            <a:spLocks noGrp="1"/>
          </p:cNvSpPr>
          <p:nvPr>
            <p:ph type="body" sz="quarter" idx="12"/>
          </p:nvPr>
        </p:nvSpPr>
        <p:spPr>
          <a:xfrm>
            <a:off x="1702526" y="2524139"/>
            <a:ext cx="9710105" cy="3647907"/>
          </a:xfrm>
          <a:prstGeom prst="rect">
            <a:avLst/>
          </a:prstGeom>
        </p:spPr>
        <p:txBody>
          <a:bodyPr/>
          <a:lstStyle>
            <a:lvl1pPr>
              <a:lnSpc>
                <a:spcPct val="120000"/>
              </a:lnSpc>
              <a:defRPr/>
            </a:lvl1pPr>
            <a:lvl2pPr marL="742950" indent="-285750">
              <a:lnSpc>
                <a:spcPct val="120000"/>
              </a:lnSpc>
              <a:buFontTx/>
              <a:buBlip>
                <a:blip r:embed="rId4"/>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8" name="Otsikko 6">
            <a:extLst>
              <a:ext uri="{FF2B5EF4-FFF2-40B4-BE49-F238E27FC236}">
                <a16:creationId xmlns:a16="http://schemas.microsoft.com/office/drawing/2014/main" id="{40EE001F-DAB9-C441-9D3F-3964713C7A31}"/>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2" name="Date Placeholder 3">
            <a:extLst>
              <a:ext uri="{FF2B5EF4-FFF2-40B4-BE49-F238E27FC236}">
                <a16:creationId xmlns:a16="http://schemas.microsoft.com/office/drawing/2014/main" id="{A8EC82D9-5BAB-68E2-9DDD-CB982585AD11}"/>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3" name="Footer Placeholder 4">
            <a:extLst>
              <a:ext uri="{FF2B5EF4-FFF2-40B4-BE49-F238E27FC236}">
                <a16:creationId xmlns:a16="http://schemas.microsoft.com/office/drawing/2014/main" id="{FD5C9D81-D91F-D809-B7C1-752A00F08ACA}"/>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4" name="Slide Number Placeholder 5">
            <a:extLst>
              <a:ext uri="{FF2B5EF4-FFF2-40B4-BE49-F238E27FC236}">
                <a16:creationId xmlns:a16="http://schemas.microsoft.com/office/drawing/2014/main" id="{61AE294A-20A3-9273-B544-404F71AD1F37}"/>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7381398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ck | Cowberry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1307"/>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0" name="Tekstin paikkamerkki 4">
            <a:extLst>
              <a:ext uri="{FF2B5EF4-FFF2-40B4-BE49-F238E27FC236}">
                <a16:creationId xmlns:a16="http://schemas.microsoft.com/office/drawing/2014/main" id="{D470BEBF-5C2F-4940-A186-77B02D17A6AF}"/>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1" name="Suorakulmio 10">
            <a:extLst>
              <a:ext uri="{FF2B5EF4-FFF2-40B4-BE49-F238E27FC236}">
                <a16:creationId xmlns:a16="http://schemas.microsoft.com/office/drawing/2014/main" id="{DA9B0CE3-D981-2249-84F1-3F6BA993B37F}"/>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9" name="Text Placeholder 2">
            <a:extLst>
              <a:ext uri="{FF2B5EF4-FFF2-40B4-BE49-F238E27FC236}">
                <a16:creationId xmlns:a16="http://schemas.microsoft.com/office/drawing/2014/main" id="{8B8FC0F4-2010-824F-A63B-48D6676ACC70}"/>
              </a:ext>
            </a:extLst>
          </p:cNvPr>
          <p:cNvSpPr>
            <a:spLocks noGrp="1"/>
          </p:cNvSpPr>
          <p:nvPr>
            <p:ph type="body" sz="quarter" idx="12"/>
          </p:nvPr>
        </p:nvSpPr>
        <p:spPr>
          <a:xfrm>
            <a:off x="1702526" y="2524139"/>
            <a:ext cx="9710105" cy="3647907"/>
          </a:xfrm>
          <a:prstGeom prst="rect">
            <a:avLst/>
          </a:prstGeom>
        </p:spPr>
        <p:txBody>
          <a:bodyPr/>
          <a:lstStyle>
            <a:lvl1pPr>
              <a:lnSpc>
                <a:spcPct val="120000"/>
              </a:lnSpc>
              <a:defRPr/>
            </a:lvl1pPr>
            <a:lvl2pPr marL="742950" indent="-285750">
              <a:lnSpc>
                <a:spcPct val="120000"/>
              </a:lnSpc>
              <a:buFontTx/>
              <a:buBlip>
                <a:blip r:embed="rId4"/>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8" name="Otsikko 6">
            <a:extLst>
              <a:ext uri="{FF2B5EF4-FFF2-40B4-BE49-F238E27FC236}">
                <a16:creationId xmlns:a16="http://schemas.microsoft.com/office/drawing/2014/main" id="{DAA14AFE-6352-0E4D-AA2A-8DF689F253B3}"/>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2" name="Date Placeholder 3">
            <a:extLst>
              <a:ext uri="{FF2B5EF4-FFF2-40B4-BE49-F238E27FC236}">
                <a16:creationId xmlns:a16="http://schemas.microsoft.com/office/drawing/2014/main" id="{DA1D1E34-4E7C-20CC-9839-B6D92FDA6D79}"/>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3" name="Footer Placeholder 4">
            <a:extLst>
              <a:ext uri="{FF2B5EF4-FFF2-40B4-BE49-F238E27FC236}">
                <a16:creationId xmlns:a16="http://schemas.microsoft.com/office/drawing/2014/main" id="{5AF666BF-6555-929F-C7F6-AFC3A2BE9109}"/>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4" name="Slide Number Placeholder 5">
            <a:extLst>
              <a:ext uri="{FF2B5EF4-FFF2-40B4-BE49-F238E27FC236}">
                <a16:creationId xmlns:a16="http://schemas.microsoft.com/office/drawing/2014/main" id="{85278FA3-6BCC-322E-04F7-708A80A4BD4A}"/>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361361786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Black | Section break">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863E617-64D6-EC40-9329-D969D96E9785}"/>
              </a:ext>
            </a:extLst>
          </p:cNvPr>
          <p:cNvSpPr>
            <a:spLocks noGrp="1"/>
          </p:cNvSpPr>
          <p:nvPr>
            <p:ph type="ctrTitle"/>
          </p:nvPr>
        </p:nvSpPr>
        <p:spPr>
          <a:xfrm>
            <a:off x="902770" y="4733751"/>
            <a:ext cx="9601200" cy="712615"/>
          </a:xfrm>
          <a:prstGeom prst="rect">
            <a:avLst/>
          </a:prstGeom>
        </p:spPr>
        <p:txBody>
          <a:bodyPr wrap="none" anchor="t" anchorCtr="0">
            <a:noAutofit/>
          </a:bodyPr>
          <a:lstStyle>
            <a:lvl1pPr algn="l">
              <a:defRPr sz="6000"/>
            </a:lvl1pPr>
          </a:lstStyle>
          <a:p>
            <a:r>
              <a:rPr lang="en-GB" dirty="0"/>
              <a:t>Click to edit</a:t>
            </a:r>
            <a:endParaRPr lang="fi-FI" dirty="0"/>
          </a:p>
        </p:txBody>
      </p:sp>
      <p:sp>
        <p:nvSpPr>
          <p:cNvPr id="3" name="Alaotsikko 2">
            <a:extLst>
              <a:ext uri="{FF2B5EF4-FFF2-40B4-BE49-F238E27FC236}">
                <a16:creationId xmlns:a16="http://schemas.microsoft.com/office/drawing/2014/main" id="{D0C07929-F6C2-BC40-BF90-D0A792EC8B4B}"/>
              </a:ext>
            </a:extLst>
          </p:cNvPr>
          <p:cNvSpPr>
            <a:spLocks noGrp="1"/>
          </p:cNvSpPr>
          <p:nvPr>
            <p:ph type="subTitle" idx="1"/>
          </p:nvPr>
        </p:nvSpPr>
        <p:spPr>
          <a:xfrm>
            <a:off x="935426" y="5565645"/>
            <a:ext cx="9601200" cy="413908"/>
          </a:xfrm>
          <a:prstGeom prst="rect">
            <a:avLst/>
          </a:prstGeo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a:t>
            </a:r>
            <a:endParaRPr lang="fi-FI" dirty="0"/>
          </a:p>
        </p:txBody>
      </p:sp>
      <p:sp>
        <p:nvSpPr>
          <p:cNvPr id="9" name="Suorakulmio 8">
            <a:extLst>
              <a:ext uri="{FF2B5EF4-FFF2-40B4-BE49-F238E27FC236}">
                <a16:creationId xmlns:a16="http://schemas.microsoft.com/office/drawing/2014/main" id="{43F0461C-FF74-D546-959D-DC63A29E5E38}"/>
              </a:ext>
            </a:extLst>
          </p:cNvPr>
          <p:cNvSpPr/>
          <p:nvPr/>
        </p:nvSpPr>
        <p:spPr>
          <a:xfrm>
            <a:off x="1012406" y="4402404"/>
            <a:ext cx="654118" cy="146304"/>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0" name="Kuvan paikkamerkki 2">
            <a:extLst>
              <a:ext uri="{FF2B5EF4-FFF2-40B4-BE49-F238E27FC236}">
                <a16:creationId xmlns:a16="http://schemas.microsoft.com/office/drawing/2014/main" id="{15B804CA-6A49-3544-9B22-05109DB84DCA}"/>
              </a:ext>
            </a:extLst>
          </p:cNvPr>
          <p:cNvSpPr>
            <a:spLocks noGrp="1"/>
          </p:cNvSpPr>
          <p:nvPr>
            <p:ph type="pic" idx="10"/>
          </p:nvPr>
        </p:nvSpPr>
        <p:spPr>
          <a:xfrm>
            <a:off x="0" y="0"/>
            <a:ext cx="12192000" cy="387966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dirty="0"/>
          </a:p>
        </p:txBody>
      </p:sp>
      <p:pic>
        <p:nvPicPr>
          <p:cNvPr id="12" name="Kuva 11" descr="Kuva, joka sisältää kohteen piirtäminen&#10;&#10;Kuvaus luotu automaattisesti">
            <a:extLst>
              <a:ext uri="{FF2B5EF4-FFF2-40B4-BE49-F238E27FC236}">
                <a16:creationId xmlns:a16="http://schemas.microsoft.com/office/drawing/2014/main" id="{05C49B9F-25DE-6141-9DA3-DE04A8521AB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4" name="Date Placeholder 3">
            <a:extLst>
              <a:ext uri="{FF2B5EF4-FFF2-40B4-BE49-F238E27FC236}">
                <a16:creationId xmlns:a16="http://schemas.microsoft.com/office/drawing/2014/main" id="{6FAAC31D-7A9D-DA38-344F-CFD48E0D38DF}"/>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5" name="Footer Placeholder 4">
            <a:extLst>
              <a:ext uri="{FF2B5EF4-FFF2-40B4-BE49-F238E27FC236}">
                <a16:creationId xmlns:a16="http://schemas.microsoft.com/office/drawing/2014/main" id="{D8A2DD85-8418-083C-86C9-93880425D1AD}"/>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6" name="Slide Number Placeholder 5">
            <a:extLst>
              <a:ext uri="{FF2B5EF4-FFF2-40B4-BE49-F238E27FC236}">
                <a16:creationId xmlns:a16="http://schemas.microsoft.com/office/drawing/2014/main" id="{7489352E-5561-085D-5080-9E654A79006C}"/>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3333004763"/>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ck | Picture and text box">
    <p:spTree>
      <p:nvGrpSpPr>
        <p:cNvPr id="1" name=""/>
        <p:cNvGrpSpPr/>
        <p:nvPr/>
      </p:nvGrpSpPr>
      <p:grpSpPr>
        <a:xfrm>
          <a:off x="0" y="0"/>
          <a:ext cx="0" cy="0"/>
          <a:chOff x="0" y="0"/>
          <a:chExt cx="0" cy="0"/>
        </a:xfrm>
      </p:grpSpPr>
      <p:sp>
        <p:nvSpPr>
          <p:cNvPr id="18" name="Kuvan paikkamerkki 4">
            <a:extLst>
              <a:ext uri="{FF2B5EF4-FFF2-40B4-BE49-F238E27FC236}">
                <a16:creationId xmlns:a16="http://schemas.microsoft.com/office/drawing/2014/main" id="{17D1DD5F-D11B-059D-C86F-98788CF3EFF4}"/>
              </a:ext>
            </a:extLst>
          </p:cNvPr>
          <p:cNvSpPr>
            <a:spLocks noGrp="1"/>
          </p:cNvSpPr>
          <p:nvPr>
            <p:ph type="pic" sz="quarter" idx="11"/>
          </p:nvPr>
        </p:nvSpPr>
        <p:spPr>
          <a:xfrm>
            <a:off x="0" y="0"/>
            <a:ext cx="12192000" cy="6858000"/>
          </a:xfrm>
          <a:prstGeom prst="rect">
            <a:avLst/>
          </a:prstGeom>
          <a:solidFill>
            <a:schemeClr val="bg1">
              <a:lumMod val="75000"/>
              <a:lumOff val="25000"/>
            </a:schemeClr>
          </a:solidFill>
        </p:spPr>
        <p:txBody>
          <a:bodyPr/>
          <a:lstStyle>
            <a:lvl1pPr marL="0" indent="0">
              <a:buNone/>
              <a:defRPr/>
            </a:lvl1pPr>
          </a:lstStyle>
          <a:p>
            <a:endParaRPr lang="fi-FI" dirty="0"/>
          </a:p>
        </p:txBody>
      </p:sp>
      <p:sp>
        <p:nvSpPr>
          <p:cNvPr id="19" name="Tekstiruutu 5">
            <a:extLst>
              <a:ext uri="{FF2B5EF4-FFF2-40B4-BE49-F238E27FC236}">
                <a16:creationId xmlns:a16="http://schemas.microsoft.com/office/drawing/2014/main" id="{967F012E-D2FD-6B91-F9A9-DBC373FABD3E}"/>
              </a:ext>
            </a:extLst>
          </p:cNvPr>
          <p:cNvSpPr txBox="1"/>
          <p:nvPr userDrawn="1"/>
        </p:nvSpPr>
        <p:spPr>
          <a:xfrm>
            <a:off x="1007722" y="-534567"/>
            <a:ext cx="4576082" cy="7848302"/>
          </a:xfrm>
          <a:prstGeom prst="rect">
            <a:avLst/>
          </a:prstGeom>
          <a:solidFill>
            <a:schemeClr val="bg1"/>
          </a:solidFill>
        </p:spPr>
        <p:txBody>
          <a:bodyPr wrap="square" rtlCol="0">
            <a:spAutoFit/>
          </a:bodyPr>
          <a:lstStyle/>
          <a:p>
            <a:r>
              <a:rPr lang="fi-FI" b="0" i="0" dirty="0">
                <a:latin typeface="Open Sans" pitchFamily="2" charset="0"/>
              </a:rPr>
              <a:t>x</a:t>
            </a: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a:p>
            <a:endParaRPr lang="fi-FI" b="0" i="0" dirty="0">
              <a:latin typeface="Open Sans" pitchFamily="2" charset="0"/>
            </a:endParaRPr>
          </a:p>
        </p:txBody>
      </p:sp>
      <p:sp>
        <p:nvSpPr>
          <p:cNvPr id="20" name="Kuvan paikkamerkki 14">
            <a:extLst>
              <a:ext uri="{FF2B5EF4-FFF2-40B4-BE49-F238E27FC236}">
                <a16:creationId xmlns:a16="http://schemas.microsoft.com/office/drawing/2014/main" id="{667D7CFD-50CD-380B-8262-6837CD371F31}"/>
              </a:ext>
            </a:extLst>
          </p:cNvPr>
          <p:cNvSpPr>
            <a:spLocks noGrp="1"/>
          </p:cNvSpPr>
          <p:nvPr>
            <p:ph type="pic" sz="quarter" idx="12" hasCustomPrompt="1"/>
          </p:nvPr>
        </p:nvSpPr>
        <p:spPr>
          <a:xfrm>
            <a:off x="1008629" y="-650753"/>
            <a:ext cx="4575175" cy="7964488"/>
          </a:xfrm>
          <a:prstGeom prst="rect">
            <a:avLst/>
          </a:prstGeom>
          <a:solidFill>
            <a:schemeClr val="bg1"/>
          </a:solidFill>
        </p:spPr>
        <p:txBody>
          <a:bodyPr/>
          <a:lstStyle>
            <a:lvl1pPr marL="0" indent="0">
              <a:buNone/>
              <a:defRPr>
                <a:solidFill>
                  <a:schemeClr val="bg1"/>
                </a:solidFill>
              </a:defRPr>
            </a:lvl1pPr>
          </a:lstStyle>
          <a:p>
            <a:r>
              <a:rPr lang="fi-FI"/>
              <a:t>x</a:t>
            </a:r>
          </a:p>
        </p:txBody>
      </p:sp>
      <p:sp>
        <p:nvSpPr>
          <p:cNvPr id="21" name="Otsikko 1">
            <a:extLst>
              <a:ext uri="{FF2B5EF4-FFF2-40B4-BE49-F238E27FC236}">
                <a16:creationId xmlns:a16="http://schemas.microsoft.com/office/drawing/2014/main" id="{CCEDEDB1-859B-D4CD-EE2B-523C26CFD9EE}"/>
              </a:ext>
            </a:extLst>
          </p:cNvPr>
          <p:cNvSpPr>
            <a:spLocks noGrp="1"/>
          </p:cNvSpPr>
          <p:nvPr>
            <p:ph type="title" hasCustomPrompt="1"/>
          </p:nvPr>
        </p:nvSpPr>
        <p:spPr>
          <a:xfrm>
            <a:off x="1329646" y="1296545"/>
            <a:ext cx="3932236" cy="858331"/>
          </a:xfrm>
          <a:prstGeom prst="rect">
            <a:avLst/>
          </a:prstGeom>
        </p:spPr>
        <p:txBody>
          <a:bodyPr wrap="square" anchor="t">
            <a:normAutofit/>
          </a:bodyPr>
          <a:lstStyle>
            <a:lvl1pPr>
              <a:lnSpc>
                <a:spcPts val="3400"/>
              </a:lnSpc>
              <a:defRPr sz="3200">
                <a:solidFill>
                  <a:schemeClr val="tx1"/>
                </a:solidFill>
              </a:defRPr>
            </a:lvl1pPr>
          </a:lstStyle>
          <a:p>
            <a:r>
              <a:rPr lang="en-GB" dirty="0"/>
              <a:t>Click to edit title</a:t>
            </a:r>
            <a:endParaRPr lang="fi-FI" dirty="0"/>
          </a:p>
        </p:txBody>
      </p:sp>
      <p:sp>
        <p:nvSpPr>
          <p:cNvPr id="22" name="Kuvan paikkamerkki 14">
            <a:extLst>
              <a:ext uri="{FF2B5EF4-FFF2-40B4-BE49-F238E27FC236}">
                <a16:creationId xmlns:a16="http://schemas.microsoft.com/office/drawing/2014/main" id="{738DD82A-A595-BA5D-808D-7E60236F1EB9}"/>
              </a:ext>
            </a:extLst>
          </p:cNvPr>
          <p:cNvSpPr>
            <a:spLocks noGrp="1"/>
          </p:cNvSpPr>
          <p:nvPr>
            <p:ph type="pic" sz="quarter" idx="13" hasCustomPrompt="1"/>
          </p:nvPr>
        </p:nvSpPr>
        <p:spPr>
          <a:xfrm>
            <a:off x="1438916" y="1026344"/>
            <a:ext cx="528467" cy="105094"/>
          </a:xfrm>
          <a:prstGeom prst="rect">
            <a:avLst/>
          </a:prstGeom>
          <a:solidFill>
            <a:srgbClr val="23B900"/>
          </a:solidFill>
        </p:spPr>
        <p:txBody>
          <a:bodyPr wrap="none" lIns="0" tIns="0" rIns="0" bIns="0" anchor="ctr" anchorCtr="0">
            <a:noAutofit/>
          </a:bodyPr>
          <a:lstStyle>
            <a:lvl1pPr marL="0" indent="0">
              <a:buNone/>
              <a:defRPr sz="900">
                <a:solidFill>
                  <a:srgbClr val="23B900"/>
                </a:solidFill>
              </a:defRPr>
            </a:lvl1pPr>
          </a:lstStyle>
          <a:p>
            <a:r>
              <a:rPr lang="fi-FI"/>
              <a:t>x</a:t>
            </a:r>
          </a:p>
        </p:txBody>
      </p:sp>
      <p:sp>
        <p:nvSpPr>
          <p:cNvPr id="23" name="Text Placeholder 3">
            <a:extLst>
              <a:ext uri="{FF2B5EF4-FFF2-40B4-BE49-F238E27FC236}">
                <a16:creationId xmlns:a16="http://schemas.microsoft.com/office/drawing/2014/main" id="{EBBAA360-C3DF-EBFC-DFD1-BC40B2ACAA1A}"/>
              </a:ext>
            </a:extLst>
          </p:cNvPr>
          <p:cNvSpPr>
            <a:spLocks noGrp="1"/>
          </p:cNvSpPr>
          <p:nvPr>
            <p:ph type="body" sz="quarter" idx="14"/>
          </p:nvPr>
        </p:nvSpPr>
        <p:spPr>
          <a:xfrm>
            <a:off x="1329644" y="2319983"/>
            <a:ext cx="3932237" cy="4255123"/>
          </a:xfrm>
          <a:prstGeom prst="rect">
            <a:avLst/>
          </a:prstGeom>
        </p:spPr>
        <p:txBody>
          <a:bodyPr>
            <a:noAutofit/>
          </a:bodyPr>
          <a:lstStyle>
            <a:lvl1pPr marL="230400" indent="-230400">
              <a:lnSpc>
                <a:spcPct val="120000"/>
              </a:lnSpc>
              <a:spcBef>
                <a:spcPts val="1000"/>
              </a:spcBef>
              <a:spcAft>
                <a:spcPts val="100"/>
              </a:spcAft>
              <a:tabLst/>
              <a:defRPr sz="1500"/>
            </a:lvl1pPr>
            <a:lvl2pPr marL="622300" indent="-165100">
              <a:lnSpc>
                <a:spcPct val="120000"/>
              </a:lnSpc>
              <a:spcBef>
                <a:spcPts val="0"/>
              </a:spcBef>
              <a:spcAft>
                <a:spcPts val="100"/>
              </a:spcAft>
              <a:buFontTx/>
              <a:buBlip>
                <a:blip r:embed="rId2"/>
              </a:buBlip>
              <a:tabLst/>
              <a:defRPr sz="1200"/>
            </a:lvl2pPr>
            <a:lvl3pPr marL="1068388" indent="-153988">
              <a:lnSpc>
                <a:spcPct val="120000"/>
              </a:lnSpc>
              <a:spcBef>
                <a:spcPts val="0"/>
              </a:spcBef>
              <a:spcAft>
                <a:spcPts val="100"/>
              </a:spcAft>
              <a:tabLst/>
              <a:defRPr sz="1200"/>
            </a:lvl3pPr>
            <a:lvl4pPr marL="1516063" indent="-144463">
              <a:lnSpc>
                <a:spcPct val="120000"/>
              </a:lnSpc>
              <a:spcBef>
                <a:spcPts val="0"/>
              </a:spcBef>
              <a:spcAft>
                <a:spcPts val="100"/>
              </a:spcAft>
              <a:tabLst/>
              <a:defRPr sz="1200"/>
            </a:lvl4pPr>
            <a:lvl5pPr marL="1962150" indent="-133350">
              <a:lnSpc>
                <a:spcPct val="120000"/>
              </a:lnSpc>
              <a:spcBef>
                <a:spcPts val="0"/>
              </a:spcBef>
              <a:spcAft>
                <a:spcPts val="100"/>
              </a:spcAft>
              <a:tabLst/>
              <a:defRPr sz="12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pic>
        <p:nvPicPr>
          <p:cNvPr id="24" name="Kuva 7" descr="Kuva, joka sisältää kohteen piirtäminen&#10;&#10;Kuvaus luotu automaattisesti">
            <a:extLst>
              <a:ext uri="{FF2B5EF4-FFF2-40B4-BE49-F238E27FC236}">
                <a16:creationId xmlns:a16="http://schemas.microsoft.com/office/drawing/2014/main" id="{299DB881-604E-B0A9-E723-A070286E6AB2}"/>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Tree>
    <p:extLst>
      <p:ext uri="{BB962C8B-B14F-4D97-AF65-F5344CB8AC3E}">
        <p14:creationId xmlns:p14="http://schemas.microsoft.com/office/powerpoint/2010/main" val="1119448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 Comparison - Two columns">
    <p:spTree>
      <p:nvGrpSpPr>
        <p:cNvPr id="1" name=""/>
        <p:cNvGrpSpPr/>
        <p:nvPr/>
      </p:nvGrpSpPr>
      <p:grpSpPr>
        <a:xfrm>
          <a:off x="0" y="0"/>
          <a:ext cx="0" cy="0"/>
          <a:chOff x="0" y="0"/>
          <a:chExt cx="0" cy="0"/>
        </a:xfrm>
      </p:grpSpPr>
      <p:pic>
        <p:nvPicPr>
          <p:cNvPr id="2" name="Kuva 19">
            <a:extLst>
              <a:ext uri="{FF2B5EF4-FFF2-40B4-BE49-F238E27FC236}">
                <a16:creationId xmlns:a16="http://schemas.microsoft.com/office/drawing/2014/main" id="{0975F117-2FC8-0EB9-A137-C99E9C299AF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644" y="6350"/>
            <a:ext cx="12180711" cy="6851650"/>
          </a:xfrm>
          <a:prstGeom prst="rect">
            <a:avLst/>
          </a:prstGeom>
        </p:spPr>
      </p:pic>
      <p:sp>
        <p:nvSpPr>
          <p:cNvPr id="3" name="Tekstin paikkamerkki 2">
            <a:extLst>
              <a:ext uri="{FF2B5EF4-FFF2-40B4-BE49-F238E27FC236}">
                <a16:creationId xmlns:a16="http://schemas.microsoft.com/office/drawing/2014/main" id="{FA5CAA61-E2CD-E94C-870F-44414EBD3278}"/>
              </a:ext>
            </a:extLst>
          </p:cNvPr>
          <p:cNvSpPr>
            <a:spLocks noGrp="1"/>
          </p:cNvSpPr>
          <p:nvPr>
            <p:ph type="body" idx="1"/>
          </p:nvPr>
        </p:nvSpPr>
        <p:spPr>
          <a:xfrm>
            <a:off x="6281928" y="2525700"/>
            <a:ext cx="5157787" cy="594741"/>
          </a:xfrm>
          <a:prstGeom prst="rect">
            <a:avLst/>
          </a:prstGeom>
        </p:spPr>
        <p:txBody>
          <a:bodyPr bIns="0" anchor="b">
            <a:noAutofit/>
          </a:bodyPr>
          <a:lstStyle>
            <a:lvl1pPr marL="0" indent="0">
              <a:lnSpc>
                <a:spcPct val="90000"/>
              </a:lnSpc>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a:t>
            </a:r>
          </a:p>
        </p:txBody>
      </p:sp>
      <p:sp>
        <p:nvSpPr>
          <p:cNvPr id="9" name="Tekstin paikkamerkki 4">
            <a:extLst>
              <a:ext uri="{FF2B5EF4-FFF2-40B4-BE49-F238E27FC236}">
                <a16:creationId xmlns:a16="http://schemas.microsoft.com/office/drawing/2014/main" id="{E9934A8A-1DCB-B54A-98E2-68889477C9B2}"/>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2" name="Tekstin paikkamerkki 2">
            <a:extLst>
              <a:ext uri="{FF2B5EF4-FFF2-40B4-BE49-F238E27FC236}">
                <a16:creationId xmlns:a16="http://schemas.microsoft.com/office/drawing/2014/main" id="{0F71078E-2CBB-3F4E-ADBC-9012E22855F8}"/>
              </a:ext>
            </a:extLst>
          </p:cNvPr>
          <p:cNvSpPr>
            <a:spLocks noGrp="1"/>
          </p:cNvSpPr>
          <p:nvPr>
            <p:ph type="body" idx="15"/>
          </p:nvPr>
        </p:nvSpPr>
        <p:spPr>
          <a:xfrm>
            <a:off x="897031" y="2525700"/>
            <a:ext cx="5157787" cy="594741"/>
          </a:xfrm>
          <a:prstGeom prst="rect">
            <a:avLst/>
          </a:prstGeom>
        </p:spPr>
        <p:txBody>
          <a:bodyPr bIns="0" anchor="b">
            <a:noAutofit/>
          </a:bodyPr>
          <a:lstStyle>
            <a:lvl1pPr marL="0" indent="0">
              <a:lnSpc>
                <a:spcPct val="90000"/>
              </a:lnSpc>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a:t>
            </a:r>
          </a:p>
        </p:txBody>
      </p:sp>
      <p:sp>
        <p:nvSpPr>
          <p:cNvPr id="11" name="Content Placeholder 7">
            <a:extLst>
              <a:ext uri="{FF2B5EF4-FFF2-40B4-BE49-F238E27FC236}">
                <a16:creationId xmlns:a16="http://schemas.microsoft.com/office/drawing/2014/main" id="{8527F052-BE0D-A54C-BF4D-CCB9BF7D906C}"/>
              </a:ext>
            </a:extLst>
          </p:cNvPr>
          <p:cNvSpPr>
            <a:spLocks noGrp="1"/>
          </p:cNvSpPr>
          <p:nvPr>
            <p:ph sz="quarter" idx="13"/>
          </p:nvPr>
        </p:nvSpPr>
        <p:spPr>
          <a:xfrm>
            <a:off x="927100" y="3300097"/>
            <a:ext cx="5157786" cy="2871950"/>
          </a:xfrm>
          <a:prstGeom prst="rect">
            <a:avLst/>
          </a:prstGeom>
        </p:spPr>
        <p:txBody>
          <a:bodyPr/>
          <a:lstStyle>
            <a:lvl1pPr>
              <a:lnSpc>
                <a:spcPct val="120000"/>
              </a:lnSpc>
              <a:spcBef>
                <a:spcPts val="0"/>
              </a:spcBef>
              <a:spcAft>
                <a:spcPts val="100"/>
              </a:spcAft>
              <a:defRPr>
                <a:solidFill>
                  <a:schemeClr val="tx1"/>
                </a:solidFill>
              </a:defRPr>
            </a:lvl1pPr>
            <a:lvl2pPr marL="538163" indent="-80963">
              <a:lnSpc>
                <a:spcPct val="120000"/>
              </a:lnSpc>
              <a:spcBef>
                <a:spcPts val="0"/>
              </a:spcBef>
              <a:spcAft>
                <a:spcPts val="100"/>
              </a:spcAft>
              <a:buFontTx/>
              <a:buBlip>
                <a:blip r:embed="rId3"/>
              </a:buBlip>
              <a:tabLst/>
              <a:defRPr>
                <a:solidFill>
                  <a:schemeClr val="tx1"/>
                </a:solidFill>
              </a:defRPr>
            </a:lvl2pPr>
            <a:lvl3pPr marL="1068388" indent="-153988">
              <a:lnSpc>
                <a:spcPct val="120000"/>
              </a:lnSpc>
              <a:spcBef>
                <a:spcPts val="0"/>
              </a:spcBef>
              <a:spcAft>
                <a:spcPts val="100"/>
              </a:spcAft>
              <a:tabLst/>
              <a:defRPr>
                <a:solidFill>
                  <a:schemeClr val="tx1"/>
                </a:solidFill>
              </a:defRPr>
            </a:lvl3pPr>
            <a:lvl4pPr marL="1516063" indent="-144463">
              <a:lnSpc>
                <a:spcPct val="120000"/>
              </a:lnSpc>
              <a:spcBef>
                <a:spcPts val="0"/>
              </a:spcBef>
              <a:spcAft>
                <a:spcPts val="100"/>
              </a:spcAft>
              <a:tabLst/>
              <a:defRPr>
                <a:solidFill>
                  <a:schemeClr val="tx1"/>
                </a:solidFill>
              </a:defRPr>
            </a:lvl4pPr>
            <a:lvl5pPr marL="1962150" indent="-133350">
              <a:lnSpc>
                <a:spcPct val="120000"/>
              </a:lnSpc>
              <a:spcBef>
                <a:spcPts val="0"/>
              </a:spcBef>
              <a:spcAft>
                <a:spcPts val="100"/>
              </a:spcAft>
              <a:tabLst/>
              <a:defRPr>
                <a:solidFill>
                  <a:schemeClr val="tx1"/>
                </a:solidFill>
              </a:defRPr>
            </a:lvl5pPr>
          </a:lstStyle>
          <a:p>
            <a:pPr lvl="0"/>
            <a:r>
              <a:rPr lang="en-GB" dirty="0"/>
              <a:t>Click to edit</a:t>
            </a:r>
          </a:p>
          <a:p>
            <a:pPr lvl="1"/>
            <a:r>
              <a:rPr lang="en-GB" dirty="0"/>
              <a:t> Second level</a:t>
            </a:r>
          </a:p>
          <a:p>
            <a:pPr lvl="2"/>
            <a:r>
              <a:rPr lang="en-GB" dirty="0"/>
              <a:t>Third level</a:t>
            </a:r>
          </a:p>
          <a:p>
            <a:pPr lvl="3"/>
            <a:r>
              <a:rPr lang="en-GB" dirty="0"/>
              <a:t>Fourth level</a:t>
            </a:r>
          </a:p>
          <a:p>
            <a:pPr lvl="4"/>
            <a:r>
              <a:rPr lang="en-GB" dirty="0"/>
              <a:t>Fifth level</a:t>
            </a:r>
            <a:endParaRPr lang="en-FI" dirty="0"/>
          </a:p>
        </p:txBody>
      </p:sp>
      <p:sp>
        <p:nvSpPr>
          <p:cNvPr id="13" name="Content Placeholder 7">
            <a:extLst>
              <a:ext uri="{FF2B5EF4-FFF2-40B4-BE49-F238E27FC236}">
                <a16:creationId xmlns:a16="http://schemas.microsoft.com/office/drawing/2014/main" id="{2C24D2C7-4A67-7740-8E3B-649C5FE6890B}"/>
              </a:ext>
            </a:extLst>
          </p:cNvPr>
          <p:cNvSpPr>
            <a:spLocks noGrp="1"/>
          </p:cNvSpPr>
          <p:nvPr>
            <p:ph sz="quarter" idx="16"/>
          </p:nvPr>
        </p:nvSpPr>
        <p:spPr>
          <a:xfrm>
            <a:off x="6281764" y="3300097"/>
            <a:ext cx="5157786" cy="2871950"/>
          </a:xfrm>
          <a:prstGeom prst="rect">
            <a:avLst/>
          </a:prstGeom>
        </p:spPr>
        <p:txBody>
          <a:bodyPr/>
          <a:lstStyle>
            <a:lvl1pPr>
              <a:lnSpc>
                <a:spcPct val="120000"/>
              </a:lnSpc>
              <a:spcBef>
                <a:spcPts val="0"/>
              </a:spcBef>
              <a:spcAft>
                <a:spcPts val="100"/>
              </a:spcAft>
              <a:defRPr>
                <a:solidFill>
                  <a:schemeClr val="tx1"/>
                </a:solidFill>
              </a:defRPr>
            </a:lvl1pPr>
            <a:lvl2pPr marL="538163" indent="-80963">
              <a:lnSpc>
                <a:spcPct val="120000"/>
              </a:lnSpc>
              <a:spcBef>
                <a:spcPts val="0"/>
              </a:spcBef>
              <a:spcAft>
                <a:spcPts val="100"/>
              </a:spcAft>
              <a:buFontTx/>
              <a:buBlip>
                <a:blip r:embed="rId3"/>
              </a:buBlip>
              <a:tabLst/>
              <a:defRPr>
                <a:solidFill>
                  <a:schemeClr val="tx1"/>
                </a:solidFill>
              </a:defRPr>
            </a:lvl2pPr>
            <a:lvl3pPr marL="1068388" indent="-153988">
              <a:lnSpc>
                <a:spcPct val="120000"/>
              </a:lnSpc>
              <a:spcBef>
                <a:spcPts val="0"/>
              </a:spcBef>
              <a:spcAft>
                <a:spcPts val="100"/>
              </a:spcAft>
              <a:tabLst/>
              <a:defRPr>
                <a:solidFill>
                  <a:schemeClr val="tx1"/>
                </a:solidFill>
              </a:defRPr>
            </a:lvl3pPr>
            <a:lvl4pPr marL="1516063" indent="-144463">
              <a:lnSpc>
                <a:spcPct val="120000"/>
              </a:lnSpc>
              <a:spcBef>
                <a:spcPts val="0"/>
              </a:spcBef>
              <a:spcAft>
                <a:spcPts val="100"/>
              </a:spcAft>
              <a:tabLst/>
              <a:defRPr>
                <a:solidFill>
                  <a:schemeClr val="tx1"/>
                </a:solidFill>
              </a:defRPr>
            </a:lvl4pPr>
            <a:lvl5pPr marL="1962150" indent="-133350">
              <a:lnSpc>
                <a:spcPct val="120000"/>
              </a:lnSpc>
              <a:spcBef>
                <a:spcPts val="0"/>
              </a:spcBef>
              <a:spcAft>
                <a:spcPts val="100"/>
              </a:spcAft>
              <a:tabLst/>
              <a:defRPr>
                <a:solidFill>
                  <a:schemeClr val="tx1"/>
                </a:solidFill>
              </a:defRPr>
            </a:lvl5pPr>
          </a:lstStyle>
          <a:p>
            <a:pPr lvl="0"/>
            <a:r>
              <a:rPr lang="en-GB" dirty="0"/>
              <a:t>Click to edit</a:t>
            </a:r>
          </a:p>
          <a:p>
            <a:pPr lvl="1"/>
            <a:r>
              <a:rPr lang="en-GB" dirty="0"/>
              <a:t> Second level</a:t>
            </a:r>
          </a:p>
          <a:p>
            <a:pPr lvl="2"/>
            <a:r>
              <a:rPr lang="en-GB" dirty="0"/>
              <a:t>Third level</a:t>
            </a:r>
          </a:p>
          <a:p>
            <a:pPr lvl="3"/>
            <a:r>
              <a:rPr lang="en-GB" dirty="0"/>
              <a:t>Fourth level</a:t>
            </a:r>
          </a:p>
          <a:p>
            <a:pPr lvl="4"/>
            <a:r>
              <a:rPr lang="en-GB" dirty="0"/>
              <a:t>Fifth level</a:t>
            </a:r>
            <a:endParaRPr lang="en-FI" dirty="0"/>
          </a:p>
        </p:txBody>
      </p:sp>
      <p:sp>
        <p:nvSpPr>
          <p:cNvPr id="8" name="Otsikko 6">
            <a:extLst>
              <a:ext uri="{FF2B5EF4-FFF2-40B4-BE49-F238E27FC236}">
                <a16:creationId xmlns:a16="http://schemas.microsoft.com/office/drawing/2014/main" id="{A49C1070-C80E-FE41-A135-8224A8F7A2E0}"/>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4" name="Suorakulmio 7">
            <a:extLst>
              <a:ext uri="{FF2B5EF4-FFF2-40B4-BE49-F238E27FC236}">
                <a16:creationId xmlns:a16="http://schemas.microsoft.com/office/drawing/2014/main" id="{1537FF79-B2EB-C94C-84C2-EAA22BC3B022}"/>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5" name="Date Placeholder 3">
            <a:extLst>
              <a:ext uri="{FF2B5EF4-FFF2-40B4-BE49-F238E27FC236}">
                <a16:creationId xmlns:a16="http://schemas.microsoft.com/office/drawing/2014/main" id="{5F8B07D9-81F3-883E-B9E7-6AC8C5AA63AA}"/>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6" name="Footer Placeholder 4">
            <a:extLst>
              <a:ext uri="{FF2B5EF4-FFF2-40B4-BE49-F238E27FC236}">
                <a16:creationId xmlns:a16="http://schemas.microsoft.com/office/drawing/2014/main" id="{B6325ED9-6462-CADC-9335-CBEA618FD879}"/>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7" name="Slide Number Placeholder 5">
            <a:extLst>
              <a:ext uri="{FF2B5EF4-FFF2-40B4-BE49-F238E27FC236}">
                <a16:creationId xmlns:a16="http://schemas.microsoft.com/office/drawing/2014/main" id="{7A6486D2-E391-8685-AC34-8CC3B07CC229}"/>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24710103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Black | Cowberry Char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0"/>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3" name="Chart Placeholder 2">
            <a:extLst>
              <a:ext uri="{FF2B5EF4-FFF2-40B4-BE49-F238E27FC236}">
                <a16:creationId xmlns:a16="http://schemas.microsoft.com/office/drawing/2014/main" id="{6F759D64-1364-9B4A-913B-9AD87899EF31}"/>
              </a:ext>
            </a:extLst>
          </p:cNvPr>
          <p:cNvSpPr>
            <a:spLocks noGrp="1"/>
          </p:cNvSpPr>
          <p:nvPr>
            <p:ph type="chart" sz="quarter" idx="12"/>
          </p:nvPr>
        </p:nvSpPr>
        <p:spPr>
          <a:xfrm>
            <a:off x="896938" y="2524139"/>
            <a:ext cx="10515600" cy="3647907"/>
          </a:xfrm>
          <a:prstGeom prst="rect">
            <a:avLst/>
          </a:prstGeom>
        </p:spPr>
        <p:txBody>
          <a:bodyPr/>
          <a:lstStyle>
            <a:lvl1pPr>
              <a:spcBef>
                <a:spcPts val="0"/>
              </a:spcBef>
              <a:defRPr/>
            </a:lvl1pPr>
          </a:lstStyle>
          <a:p>
            <a:r>
              <a:rPr lang="en-GB" dirty="0"/>
              <a:t>Click icon to add chart</a:t>
            </a:r>
            <a:endParaRPr lang="en-FI" dirty="0"/>
          </a:p>
        </p:txBody>
      </p:sp>
      <p:sp>
        <p:nvSpPr>
          <p:cNvPr id="9" name="Tekstin paikkamerkki 4">
            <a:extLst>
              <a:ext uri="{FF2B5EF4-FFF2-40B4-BE49-F238E27FC236}">
                <a16:creationId xmlns:a16="http://schemas.microsoft.com/office/drawing/2014/main" id="{3FB4F49D-00F0-BE43-89D8-EA3AD63BB732}"/>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0" name="Suorakulmio 9">
            <a:extLst>
              <a:ext uri="{FF2B5EF4-FFF2-40B4-BE49-F238E27FC236}">
                <a16:creationId xmlns:a16="http://schemas.microsoft.com/office/drawing/2014/main" id="{5369AEDD-C7EF-CF45-93A6-0F16CAC369EA}"/>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8" name="Otsikko 6">
            <a:extLst>
              <a:ext uri="{FF2B5EF4-FFF2-40B4-BE49-F238E27FC236}">
                <a16:creationId xmlns:a16="http://schemas.microsoft.com/office/drawing/2014/main" id="{400CC25B-FD63-9E4A-B692-287E56EA2961}"/>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2" name="Date Placeholder 3">
            <a:extLst>
              <a:ext uri="{FF2B5EF4-FFF2-40B4-BE49-F238E27FC236}">
                <a16:creationId xmlns:a16="http://schemas.microsoft.com/office/drawing/2014/main" id="{FFD00897-B867-2623-D3E4-8AE86533E8E9}"/>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dirty="0"/>
          </a:p>
        </p:txBody>
      </p:sp>
      <p:sp>
        <p:nvSpPr>
          <p:cNvPr id="4" name="Footer Placeholder 4">
            <a:extLst>
              <a:ext uri="{FF2B5EF4-FFF2-40B4-BE49-F238E27FC236}">
                <a16:creationId xmlns:a16="http://schemas.microsoft.com/office/drawing/2014/main" id="{2C1BA994-65A0-9530-D266-A91054EA558A}"/>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7" name="Slide Number Placeholder 5">
            <a:extLst>
              <a:ext uri="{FF2B5EF4-FFF2-40B4-BE49-F238E27FC236}">
                <a16:creationId xmlns:a16="http://schemas.microsoft.com/office/drawing/2014/main" id="{195C6D32-8E4B-E995-EB44-0BF996566949}"/>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994247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Black | Fern Table">
    <p:spTree>
      <p:nvGrpSpPr>
        <p:cNvPr id="1" name=""/>
        <p:cNvGrpSpPr/>
        <p:nvPr/>
      </p:nvGrpSpPr>
      <p:grpSpPr>
        <a:xfrm>
          <a:off x="0" y="0"/>
          <a:ext cx="0" cy="0"/>
          <a:chOff x="0" y="0"/>
          <a:chExt cx="0" cy="0"/>
        </a:xfrm>
      </p:grpSpPr>
      <p:pic>
        <p:nvPicPr>
          <p:cNvPr id="5" name="Kuva 13">
            <a:extLst>
              <a:ext uri="{FF2B5EF4-FFF2-40B4-BE49-F238E27FC236}">
                <a16:creationId xmlns:a16="http://schemas.microsoft.com/office/drawing/2014/main" id="{480662B6-9FFC-52C7-DAD3-6F6C23942947}"/>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5644" y="6350"/>
            <a:ext cx="12180711" cy="6851650"/>
          </a:xfrm>
          <a:prstGeom prst="rect">
            <a:avLst/>
          </a:prstGeom>
        </p:spPr>
      </p:pic>
      <p:sp>
        <p:nvSpPr>
          <p:cNvPr id="7" name="Suorakulmio 8">
            <a:extLst>
              <a:ext uri="{FF2B5EF4-FFF2-40B4-BE49-F238E27FC236}">
                <a16:creationId xmlns:a16="http://schemas.microsoft.com/office/drawing/2014/main" id="{E0AA3D78-01AF-4E1C-4FB6-1C242B5A5080}"/>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9" name="Tekstin paikkamerkki 4">
            <a:extLst>
              <a:ext uri="{FF2B5EF4-FFF2-40B4-BE49-F238E27FC236}">
                <a16:creationId xmlns:a16="http://schemas.microsoft.com/office/drawing/2014/main" id="{3FB4F49D-00F0-BE43-89D8-EA3AD63BB732}"/>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8" name="Otsikko 6">
            <a:extLst>
              <a:ext uri="{FF2B5EF4-FFF2-40B4-BE49-F238E27FC236}">
                <a16:creationId xmlns:a16="http://schemas.microsoft.com/office/drawing/2014/main" id="{400CC25B-FD63-9E4A-B692-287E56EA2961}"/>
              </a:ext>
            </a:extLst>
          </p:cNvPr>
          <p:cNvSpPr>
            <a:spLocks noGrp="1"/>
          </p:cNvSpPr>
          <p:nvPr>
            <p:ph type="title"/>
          </p:nvPr>
        </p:nvSpPr>
        <p:spPr>
          <a:xfrm>
            <a:off x="897031" y="1860150"/>
            <a:ext cx="10515600" cy="468479"/>
          </a:xfrm>
          <a:prstGeom prst="rect">
            <a:avLst/>
          </a:prstGeom>
        </p:spPr>
        <p:txBody>
          <a:bodyPr anchor="t"/>
          <a:lstStyle/>
          <a:p>
            <a:r>
              <a:rPr lang="en-GB" dirty="0"/>
              <a:t>Click to edit</a:t>
            </a:r>
            <a:endParaRPr lang="fi-FI" dirty="0"/>
          </a:p>
        </p:txBody>
      </p:sp>
      <p:sp>
        <p:nvSpPr>
          <p:cNvPr id="2" name="Table Placeholder 3">
            <a:extLst>
              <a:ext uri="{FF2B5EF4-FFF2-40B4-BE49-F238E27FC236}">
                <a16:creationId xmlns:a16="http://schemas.microsoft.com/office/drawing/2014/main" id="{89891B5E-C35B-A9E4-FF0C-FD552190CDD0}"/>
              </a:ext>
            </a:extLst>
          </p:cNvPr>
          <p:cNvSpPr>
            <a:spLocks noGrp="1"/>
          </p:cNvSpPr>
          <p:nvPr>
            <p:ph type="tbl" sz="quarter" idx="12"/>
          </p:nvPr>
        </p:nvSpPr>
        <p:spPr>
          <a:xfrm>
            <a:off x="896938" y="2524139"/>
            <a:ext cx="10515600" cy="3647907"/>
          </a:xfrm>
          <a:prstGeom prst="rect">
            <a:avLst/>
          </a:prstGeom>
        </p:spPr>
        <p:txBody>
          <a:bodyPr/>
          <a:lstStyle>
            <a:lvl1pPr>
              <a:spcBef>
                <a:spcPts val="0"/>
              </a:spcBef>
              <a:defRPr/>
            </a:lvl1pPr>
          </a:lstStyle>
          <a:p>
            <a:r>
              <a:rPr lang="en-GB"/>
              <a:t>Click icon to add table</a:t>
            </a:r>
            <a:endParaRPr lang="en-FI"/>
          </a:p>
        </p:txBody>
      </p:sp>
      <p:sp>
        <p:nvSpPr>
          <p:cNvPr id="3" name="Date Placeholder 3">
            <a:extLst>
              <a:ext uri="{FF2B5EF4-FFF2-40B4-BE49-F238E27FC236}">
                <a16:creationId xmlns:a16="http://schemas.microsoft.com/office/drawing/2014/main" id="{15EC0405-1CA9-6AE7-151E-B34C12EF7979}"/>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4" name="Footer Placeholder 4">
            <a:extLst>
              <a:ext uri="{FF2B5EF4-FFF2-40B4-BE49-F238E27FC236}">
                <a16:creationId xmlns:a16="http://schemas.microsoft.com/office/drawing/2014/main" id="{D381B806-93F0-C2FC-6625-24207AFC1C5F}"/>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10" name="Slide Number Placeholder 5">
            <a:extLst>
              <a:ext uri="{FF2B5EF4-FFF2-40B4-BE49-F238E27FC236}">
                <a16:creationId xmlns:a16="http://schemas.microsoft.com/office/drawing/2014/main" id="{9C95DA16-778D-A961-995A-EC764C1E2613}"/>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4944347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lack background">
    <p:spTree>
      <p:nvGrpSpPr>
        <p:cNvPr id="1" name=""/>
        <p:cNvGrpSpPr/>
        <p:nvPr/>
      </p:nvGrpSpPr>
      <p:grpSpPr>
        <a:xfrm>
          <a:off x="0" y="0"/>
          <a:ext cx="0" cy="0"/>
          <a:chOff x="0" y="0"/>
          <a:chExt cx="0" cy="0"/>
        </a:xfrm>
      </p:grpSpPr>
      <p:sp>
        <p:nvSpPr>
          <p:cNvPr id="2" name="Suorakulmio 1">
            <a:extLst>
              <a:ext uri="{FF2B5EF4-FFF2-40B4-BE49-F238E27FC236}">
                <a16:creationId xmlns:a16="http://schemas.microsoft.com/office/drawing/2014/main" id="{DFC70F94-D09E-9A4A-8A5F-233A18DB919E}"/>
              </a:ext>
            </a:extLst>
          </p:cNvPr>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fi-FI" b="0" i="0" dirty="0">
              <a:latin typeface="Open Sans" pitchFamily="2" charset="0"/>
            </a:endParaRPr>
          </a:p>
        </p:txBody>
      </p:sp>
      <p:sp>
        <p:nvSpPr>
          <p:cNvPr id="7" name="Otsikko 6">
            <a:extLst>
              <a:ext uri="{FF2B5EF4-FFF2-40B4-BE49-F238E27FC236}">
                <a16:creationId xmlns:a16="http://schemas.microsoft.com/office/drawing/2014/main" id="{9078949D-D458-B94D-94E1-C0C946155902}"/>
              </a:ext>
            </a:extLst>
          </p:cNvPr>
          <p:cNvSpPr>
            <a:spLocks noGrp="1"/>
          </p:cNvSpPr>
          <p:nvPr>
            <p:ph type="title"/>
          </p:nvPr>
        </p:nvSpPr>
        <p:spPr>
          <a:xfrm>
            <a:off x="897031" y="937292"/>
            <a:ext cx="10515600" cy="468479"/>
          </a:xfrm>
          <a:prstGeom prst="rect">
            <a:avLst/>
          </a:prstGeom>
        </p:spPr>
        <p:txBody>
          <a:bodyPr/>
          <a:lstStyle/>
          <a:p>
            <a:r>
              <a:rPr lang="en-GB" dirty="0"/>
              <a:t>Click to edit</a:t>
            </a:r>
            <a:endParaRPr lang="fi-FI" dirty="0"/>
          </a:p>
        </p:txBody>
      </p:sp>
      <p:pic>
        <p:nvPicPr>
          <p:cNvPr id="6" name="Kuva 5" descr="Kuva, joka sisältää kohteen piirtäminen&#10;&#10;Kuvaus luotu automaattisesti">
            <a:extLst>
              <a:ext uri="{FF2B5EF4-FFF2-40B4-BE49-F238E27FC236}">
                <a16:creationId xmlns:a16="http://schemas.microsoft.com/office/drawing/2014/main" id="{31A360B1-D50F-864F-876F-88CAEAE1B993}"/>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8" name="Suorakulmio 7">
            <a:extLst>
              <a:ext uri="{FF2B5EF4-FFF2-40B4-BE49-F238E27FC236}">
                <a16:creationId xmlns:a16="http://schemas.microsoft.com/office/drawing/2014/main" id="{33DD6130-A819-7745-A126-85B07EFDD593}"/>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0" name="Tekstin paikkamerkki 4">
            <a:extLst>
              <a:ext uri="{FF2B5EF4-FFF2-40B4-BE49-F238E27FC236}">
                <a16:creationId xmlns:a16="http://schemas.microsoft.com/office/drawing/2014/main" id="{F29FA346-9324-564F-B194-A7381C2EA93D}"/>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1" name="Text Placeholder 2">
            <a:extLst>
              <a:ext uri="{FF2B5EF4-FFF2-40B4-BE49-F238E27FC236}">
                <a16:creationId xmlns:a16="http://schemas.microsoft.com/office/drawing/2014/main" id="{63307FE7-E613-C34E-9FDE-09B8F3985BBE}"/>
              </a:ext>
            </a:extLst>
          </p:cNvPr>
          <p:cNvSpPr>
            <a:spLocks noGrp="1"/>
          </p:cNvSpPr>
          <p:nvPr>
            <p:ph type="body" sz="quarter" idx="13"/>
          </p:nvPr>
        </p:nvSpPr>
        <p:spPr>
          <a:xfrm>
            <a:off x="1702526" y="1927066"/>
            <a:ext cx="9710105" cy="4244980"/>
          </a:xfrm>
          <a:prstGeom prst="rect">
            <a:avLst/>
          </a:prstGeom>
        </p:spPr>
        <p:txBody>
          <a:bodyPr/>
          <a:lstStyle>
            <a:lvl1pPr>
              <a:lnSpc>
                <a:spcPct val="120000"/>
              </a:lnSpc>
              <a:defRPr/>
            </a:lvl1pPr>
            <a:lvl2pPr marL="742950" indent="-285750">
              <a:lnSpc>
                <a:spcPct val="120000"/>
              </a:lnSpc>
              <a:buFontTx/>
              <a:buBlip>
                <a:blip r:embed="rId3"/>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3" name="Date Placeholder 3">
            <a:extLst>
              <a:ext uri="{FF2B5EF4-FFF2-40B4-BE49-F238E27FC236}">
                <a16:creationId xmlns:a16="http://schemas.microsoft.com/office/drawing/2014/main" id="{53926415-6A40-ED04-489C-F662E8722978}"/>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defRPr>
            </a:lvl1pPr>
          </a:lstStyle>
          <a:p>
            <a:fld id="{70300DB9-4B42-6E40-80AE-7ADC0784D4F0}" type="datetimeFigureOut">
              <a:rPr lang="en-FI" smtClean="0"/>
              <a:pPr/>
              <a:t>11/10/2026</a:t>
            </a:fld>
            <a:endParaRPr lang="en-FI"/>
          </a:p>
        </p:txBody>
      </p:sp>
      <p:sp>
        <p:nvSpPr>
          <p:cNvPr id="4" name="Footer Placeholder 4">
            <a:extLst>
              <a:ext uri="{FF2B5EF4-FFF2-40B4-BE49-F238E27FC236}">
                <a16:creationId xmlns:a16="http://schemas.microsoft.com/office/drawing/2014/main" id="{D4584A46-FBD4-0998-85FA-402F6064201B}"/>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defRPr>
            </a:lvl1pPr>
          </a:lstStyle>
          <a:p>
            <a:endParaRPr lang="en-FI" dirty="0">
              <a:solidFill>
                <a:schemeClr val="tx2">
                  <a:lumMod val="25000"/>
                </a:schemeClr>
              </a:solidFill>
            </a:endParaRPr>
          </a:p>
        </p:txBody>
      </p:sp>
      <p:sp>
        <p:nvSpPr>
          <p:cNvPr id="5" name="Slide Number Placeholder 5">
            <a:extLst>
              <a:ext uri="{FF2B5EF4-FFF2-40B4-BE49-F238E27FC236}">
                <a16:creationId xmlns:a16="http://schemas.microsoft.com/office/drawing/2014/main" id="{12B23DB4-FA53-17DF-0C43-FCA3F2B3B7EA}"/>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a:p>
        </p:txBody>
      </p:sp>
      <p:sp>
        <p:nvSpPr>
          <p:cNvPr id="9" name="TextBox 8">
            <a:extLst>
              <a:ext uri="{FF2B5EF4-FFF2-40B4-BE49-F238E27FC236}">
                <a16:creationId xmlns:a16="http://schemas.microsoft.com/office/drawing/2014/main" id="{D780534A-1560-9E17-5987-70724095022D}"/>
              </a:ext>
            </a:extLst>
          </p:cNvPr>
          <p:cNvSpPr txBox="1"/>
          <p:nvPr userDrawn="1">
            <p:extLst>
              <p:ext uri="{1162E1C5-73C7-4A58-AE30-91384D911F3F}">
                <p184:classification xmlns:p184="http://schemas.microsoft.com/office/powerpoint/2018/4/main" val="ftr"/>
              </p:ext>
            </p:extLst>
          </p:nvPr>
        </p:nvSpPr>
        <p:spPr>
          <a:xfrm>
            <a:off x="63500" y="6642100"/>
            <a:ext cx="2614613" cy="138499"/>
          </a:xfrm>
          <a:prstGeom prst="rect">
            <a:avLst/>
          </a:prstGeom>
        </p:spPr>
        <p:txBody>
          <a:bodyPr horzOverflow="overflow" wrap="square" lIns="0" tIns="0" rIns="0" bIns="0">
            <a:spAutoFit/>
          </a:bodyPr>
          <a:lstStyle/>
          <a:p>
            <a:pPr algn="l"/>
            <a:r>
              <a:rPr lang="en-FI" sz="900" dirty="0">
                <a:solidFill>
                  <a:schemeClr val="tx2">
                    <a:alpha val="50000"/>
                  </a:schemeClr>
                </a:solidFill>
                <a:latin typeface="Open Sans" pitchFamily="2" charset="0"/>
                <a:ea typeface="Open Sans" pitchFamily="2" charset="0"/>
                <a:cs typeface="Open Sans" pitchFamily="2" charset="0"/>
              </a:rPr>
              <a:t>LUT Group Confidential - Other information (3Y)</a:t>
            </a:r>
          </a:p>
        </p:txBody>
      </p:sp>
    </p:spTree>
    <p:extLst>
      <p:ext uri="{BB962C8B-B14F-4D97-AF65-F5344CB8AC3E}">
        <p14:creationId xmlns:p14="http://schemas.microsoft.com/office/powerpoint/2010/main" val="1101370282"/>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White | Presentation info">
    <p:spTree>
      <p:nvGrpSpPr>
        <p:cNvPr id="1" name=""/>
        <p:cNvGrpSpPr/>
        <p:nvPr/>
      </p:nvGrpSpPr>
      <p:grpSpPr>
        <a:xfrm>
          <a:off x="0" y="0"/>
          <a:ext cx="0" cy="0"/>
          <a:chOff x="0" y="0"/>
          <a:chExt cx="0" cy="0"/>
        </a:xfrm>
      </p:grpSpPr>
      <p:pic>
        <p:nvPicPr>
          <p:cNvPr id="20" name="Kuva 19">
            <a:extLst>
              <a:ext uri="{FF2B5EF4-FFF2-40B4-BE49-F238E27FC236}">
                <a16:creationId xmlns:a16="http://schemas.microsoft.com/office/drawing/2014/main" id="{FB7551AB-D8DF-3A46-98D7-FD00A24F366A}"/>
              </a:ext>
            </a:extLst>
          </p:cNvPr>
          <p:cNvPicPr>
            <a:picLocks noChangeAspect="1"/>
          </p:cNvPicPr>
          <p:nvPr/>
        </p:nvPicPr>
        <p:blipFill>
          <a:blip r:embed="rId2" cstate="email">
            <a:extLst>
              <a:ext uri="{28A0092B-C50C-407E-A947-70E740481C1C}">
                <a14:useLocalDpi xmlns:a14="http://schemas.microsoft.com/office/drawing/2010/main"/>
              </a:ext>
            </a:extLst>
          </a:blip>
          <a:srcRect b="69821"/>
          <a:stretch>
            <a:fillRect/>
          </a:stretch>
        </p:blipFill>
        <p:spPr>
          <a:xfrm>
            <a:off x="0" y="0"/>
            <a:ext cx="12180711" cy="2067791"/>
          </a:xfrm>
          <a:prstGeom prst="rect">
            <a:avLst/>
          </a:prstGeom>
        </p:spPr>
      </p:pic>
      <p:sp>
        <p:nvSpPr>
          <p:cNvPr id="7" name="Otsikko 6">
            <a:extLst>
              <a:ext uri="{FF2B5EF4-FFF2-40B4-BE49-F238E27FC236}">
                <a16:creationId xmlns:a16="http://schemas.microsoft.com/office/drawing/2014/main" id="{9078949D-D458-B94D-94E1-C0C946155902}"/>
              </a:ext>
            </a:extLst>
          </p:cNvPr>
          <p:cNvSpPr>
            <a:spLocks noGrp="1"/>
          </p:cNvSpPr>
          <p:nvPr>
            <p:ph type="title" hasCustomPrompt="1"/>
          </p:nvPr>
        </p:nvSpPr>
        <p:spPr>
          <a:xfrm>
            <a:off x="907916" y="3413098"/>
            <a:ext cx="7201941" cy="589946"/>
          </a:xfrm>
        </p:spPr>
        <p:txBody>
          <a:bodyPr wrap="none" anchor="t">
            <a:noAutofit/>
          </a:bodyPr>
          <a:lstStyle>
            <a:lvl1pPr>
              <a:lnSpc>
                <a:spcPct val="90000"/>
              </a:lnSpc>
              <a:defRPr/>
            </a:lvl1pPr>
          </a:lstStyle>
          <a:p>
            <a:r>
              <a:rPr lang="en-US" noProof="0" dirty="0"/>
              <a:t>presentation name</a:t>
            </a:r>
          </a:p>
        </p:txBody>
      </p:sp>
      <p:sp>
        <p:nvSpPr>
          <p:cNvPr id="11" name="Tekstin paikkamerkki 10">
            <a:extLst>
              <a:ext uri="{FF2B5EF4-FFF2-40B4-BE49-F238E27FC236}">
                <a16:creationId xmlns:a16="http://schemas.microsoft.com/office/drawing/2014/main" id="{4CAE96DE-E366-FC45-AAE3-280E40FB56CA}"/>
              </a:ext>
            </a:extLst>
          </p:cNvPr>
          <p:cNvSpPr>
            <a:spLocks noGrp="1"/>
          </p:cNvSpPr>
          <p:nvPr>
            <p:ph type="body" sz="quarter" idx="10" hasCustomPrompt="1"/>
          </p:nvPr>
        </p:nvSpPr>
        <p:spPr>
          <a:xfrm>
            <a:off x="907916" y="4018946"/>
            <a:ext cx="7201941" cy="857854"/>
          </a:xfrm>
          <a:prstGeom prst="rect">
            <a:avLst/>
          </a:prstGeom>
        </p:spPr>
        <p:txBody>
          <a:bodyPr lIns="108000" anchor="t">
            <a:noAutofit/>
          </a:bodyPr>
          <a:lstStyle>
            <a:lvl1pPr marL="0" indent="0">
              <a:lnSpc>
                <a:spcPct val="120000"/>
              </a:lnSpc>
              <a:spcBef>
                <a:spcPts val="0"/>
              </a:spcBef>
              <a:spcAft>
                <a:spcPts val="100"/>
              </a:spcAft>
              <a:buNone/>
              <a:defRPr sz="1800" baseline="0"/>
            </a:lvl1pPr>
          </a:lstStyle>
          <a:p>
            <a:pPr lvl="0"/>
            <a:r>
              <a:rPr lang="en-US" noProof="0" dirty="0"/>
              <a:t>Subtitle</a:t>
            </a:r>
          </a:p>
        </p:txBody>
      </p:sp>
      <p:sp>
        <p:nvSpPr>
          <p:cNvPr id="14" name="Suorakulmio 13">
            <a:extLst>
              <a:ext uri="{FF2B5EF4-FFF2-40B4-BE49-F238E27FC236}">
                <a16:creationId xmlns:a16="http://schemas.microsoft.com/office/drawing/2014/main" id="{AC66544D-4E64-CA46-BFF3-E88D268B3E35}"/>
              </a:ext>
            </a:extLst>
          </p:cNvPr>
          <p:cNvSpPr/>
          <p:nvPr/>
        </p:nvSpPr>
        <p:spPr>
          <a:xfrm>
            <a:off x="1019175" y="3117038"/>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5" name="Tekstin paikkamerkki 10">
            <a:extLst>
              <a:ext uri="{FF2B5EF4-FFF2-40B4-BE49-F238E27FC236}">
                <a16:creationId xmlns:a16="http://schemas.microsoft.com/office/drawing/2014/main" id="{FF492EFE-5B1E-104C-841C-28BAEC6E4C2C}"/>
              </a:ext>
            </a:extLst>
          </p:cNvPr>
          <p:cNvSpPr>
            <a:spLocks noGrp="1"/>
          </p:cNvSpPr>
          <p:nvPr>
            <p:ph type="body" sz="quarter" idx="11" hasCustomPrompt="1"/>
          </p:nvPr>
        </p:nvSpPr>
        <p:spPr>
          <a:xfrm>
            <a:off x="907916" y="4999968"/>
            <a:ext cx="7201941" cy="985894"/>
          </a:xfrm>
          <a:prstGeom prst="rect">
            <a:avLst/>
          </a:prstGeom>
        </p:spPr>
        <p:txBody>
          <a:bodyPr lIns="108000">
            <a:noAutofit/>
          </a:bodyPr>
          <a:lstStyle>
            <a:lvl1pPr marL="0" indent="0">
              <a:lnSpc>
                <a:spcPct val="120000"/>
              </a:lnSpc>
              <a:spcBef>
                <a:spcPts val="200"/>
              </a:spcBef>
              <a:spcAft>
                <a:spcPts val="200"/>
              </a:spcAft>
              <a:buNone/>
              <a:defRPr sz="1400" b="0" i="0" baseline="0">
                <a:latin typeface="Open Sans" pitchFamily="2" charset="0"/>
                <a:ea typeface="Open Sans" pitchFamily="2" charset="0"/>
                <a:cs typeface="Open Sans" pitchFamily="2" charset="0"/>
              </a:defRPr>
            </a:lvl1pPr>
          </a:lstStyle>
          <a:p>
            <a:pPr lvl="0"/>
            <a:r>
              <a:rPr lang="en-US" noProof="0" dirty="0"/>
              <a:t>Name</a:t>
            </a:r>
          </a:p>
          <a:p>
            <a:pPr lvl="0"/>
            <a:r>
              <a:rPr lang="en-US" noProof="0" dirty="0"/>
              <a:t>Title | </a:t>
            </a:r>
            <a:r>
              <a:rPr lang="en-US" noProof="0" dirty="0" err="1"/>
              <a:t>Organisation</a:t>
            </a:r>
            <a:endParaRPr lang="en-US" noProof="0" dirty="0"/>
          </a:p>
          <a:p>
            <a:pPr lvl="0"/>
            <a:r>
              <a:rPr lang="en-US" noProof="0" dirty="0"/>
              <a:t>Contact</a:t>
            </a:r>
          </a:p>
        </p:txBody>
      </p:sp>
      <p:sp>
        <p:nvSpPr>
          <p:cNvPr id="16" name="Tekstin paikkamerkki 10">
            <a:extLst>
              <a:ext uri="{FF2B5EF4-FFF2-40B4-BE49-F238E27FC236}">
                <a16:creationId xmlns:a16="http://schemas.microsoft.com/office/drawing/2014/main" id="{037F49E4-C5C8-A341-BDE0-42D68A3DB72C}"/>
              </a:ext>
            </a:extLst>
          </p:cNvPr>
          <p:cNvSpPr>
            <a:spLocks noGrp="1"/>
          </p:cNvSpPr>
          <p:nvPr>
            <p:ph type="body" sz="quarter" idx="12" hasCustomPrompt="1"/>
          </p:nvPr>
        </p:nvSpPr>
        <p:spPr>
          <a:xfrm>
            <a:off x="1639988" y="3083246"/>
            <a:ext cx="6469869" cy="222586"/>
          </a:xfrm>
          <a:prstGeom prst="rect">
            <a:avLst/>
          </a:prstGeom>
        </p:spPr>
        <p:txBody>
          <a:bodyPr wrap="none" lIns="0" bIns="0" anchor="ctr" anchorCtr="0">
            <a:noAutofit/>
          </a:bodyPr>
          <a:lstStyle>
            <a:lvl1pPr marL="0" indent="0">
              <a:lnSpc>
                <a:spcPts val="1000"/>
              </a:lnSpc>
              <a:buNone/>
              <a:defRPr sz="1400" b="0" i="0" cap="all" baseline="0">
                <a:latin typeface="Open Sans" pitchFamily="2" charset="0"/>
                <a:ea typeface="Open Sans" pitchFamily="2" charset="0"/>
                <a:cs typeface="Open Sans" pitchFamily="2" charset="0"/>
              </a:defRPr>
            </a:lvl1pPr>
          </a:lstStyle>
          <a:p>
            <a:pPr lvl="0"/>
            <a:r>
              <a:rPr lang="fi-FI" dirty="0" err="1"/>
              <a:t>event</a:t>
            </a:r>
            <a:r>
              <a:rPr lang="fi-FI" dirty="0"/>
              <a:t> and </a:t>
            </a:r>
            <a:r>
              <a:rPr lang="fi-FI" dirty="0" err="1"/>
              <a:t>date</a:t>
            </a:r>
            <a:endParaRPr lang="fi-FI" dirty="0"/>
          </a:p>
        </p:txBody>
      </p:sp>
      <p:sp>
        <p:nvSpPr>
          <p:cNvPr id="18" name="Kuvan paikkamerkki 2">
            <a:extLst>
              <a:ext uri="{FF2B5EF4-FFF2-40B4-BE49-F238E27FC236}">
                <a16:creationId xmlns:a16="http://schemas.microsoft.com/office/drawing/2014/main" id="{1D1A91F1-B34F-4D49-9F7E-2973B78444F3}"/>
              </a:ext>
            </a:extLst>
          </p:cNvPr>
          <p:cNvSpPr>
            <a:spLocks noGrp="1"/>
          </p:cNvSpPr>
          <p:nvPr>
            <p:ph type="pic" idx="13"/>
          </p:nvPr>
        </p:nvSpPr>
        <p:spPr>
          <a:xfrm>
            <a:off x="8550210" y="2715859"/>
            <a:ext cx="2265265" cy="2248028"/>
          </a:xfrm>
          <a:prstGeom prst="ellipse">
            <a:avLst/>
          </a:prstGeom>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dirty="0"/>
          </a:p>
        </p:txBody>
      </p:sp>
      <p:pic>
        <p:nvPicPr>
          <p:cNvPr id="21" name="Kuva 20" descr="Kuva, joka sisältää kohteen piirtäminen&#10;&#10;Kuvaus luotu automaattisesti">
            <a:extLst>
              <a:ext uri="{FF2B5EF4-FFF2-40B4-BE49-F238E27FC236}">
                <a16:creationId xmlns:a16="http://schemas.microsoft.com/office/drawing/2014/main" id="{1859B885-88F6-5A47-9493-9524266A95D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9" name="Date Placeholder 3">
            <a:extLst>
              <a:ext uri="{FF2B5EF4-FFF2-40B4-BE49-F238E27FC236}">
                <a16:creationId xmlns:a16="http://schemas.microsoft.com/office/drawing/2014/main" id="{A11B335D-95CC-0023-20D9-3476943E5EFD}"/>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12" name="Footer Placeholder 4">
            <a:extLst>
              <a:ext uri="{FF2B5EF4-FFF2-40B4-BE49-F238E27FC236}">
                <a16:creationId xmlns:a16="http://schemas.microsoft.com/office/drawing/2014/main" id="{8A0DA275-EE7E-CBA6-B85F-5ADC63677F61}"/>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13" name="Slide Number Placeholder 5">
            <a:extLst>
              <a:ext uri="{FF2B5EF4-FFF2-40B4-BE49-F238E27FC236}">
                <a16:creationId xmlns:a16="http://schemas.microsoft.com/office/drawing/2014/main" id="{7CBC17EA-7EAE-99AD-4A35-29E6EC9A14C4}"/>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196809566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White | Fern - Title and text">
    <p:spTree>
      <p:nvGrpSpPr>
        <p:cNvPr id="1" name=""/>
        <p:cNvGrpSpPr/>
        <p:nvPr/>
      </p:nvGrpSpPr>
      <p:grpSpPr>
        <a:xfrm>
          <a:off x="0" y="0"/>
          <a:ext cx="0" cy="0"/>
          <a:chOff x="0" y="0"/>
          <a:chExt cx="0" cy="0"/>
        </a:xfrm>
      </p:grpSpPr>
      <p:pic>
        <p:nvPicPr>
          <p:cNvPr id="2" name="Kuva 13">
            <a:extLst>
              <a:ext uri="{FF2B5EF4-FFF2-40B4-BE49-F238E27FC236}">
                <a16:creationId xmlns:a16="http://schemas.microsoft.com/office/drawing/2014/main" id="{1083532F-6EB8-96EA-275F-64BFF035CDF9}"/>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87"/>
            <a:ext cx="12180711" cy="6851649"/>
          </a:xfrm>
          <a:prstGeom prst="rect">
            <a:avLst/>
          </a:prstGeom>
        </p:spPr>
      </p:pic>
      <p:sp>
        <p:nvSpPr>
          <p:cNvPr id="6" name="Tekstin paikkamerkki 4">
            <a:extLst>
              <a:ext uri="{FF2B5EF4-FFF2-40B4-BE49-F238E27FC236}">
                <a16:creationId xmlns:a16="http://schemas.microsoft.com/office/drawing/2014/main" id="{7D91FB59-C4A2-A74E-98A2-0A6C88E4C7FD}"/>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5" name="Tekstin paikkamerkki 2">
            <a:extLst>
              <a:ext uri="{FF2B5EF4-FFF2-40B4-BE49-F238E27FC236}">
                <a16:creationId xmlns:a16="http://schemas.microsoft.com/office/drawing/2014/main" id="{D41C915E-45BA-B940-8D00-8CFF22D896EB}"/>
              </a:ext>
            </a:extLst>
          </p:cNvPr>
          <p:cNvSpPr>
            <a:spLocks noGrp="1"/>
          </p:cNvSpPr>
          <p:nvPr>
            <p:ph idx="1"/>
          </p:nvPr>
        </p:nvSpPr>
        <p:spPr>
          <a:xfrm>
            <a:off x="1676400" y="2525801"/>
            <a:ext cx="9736231" cy="3639868"/>
          </a:xfrm>
          <a:prstGeom prst="rect">
            <a:avLst/>
          </a:prstGeom>
        </p:spPr>
        <p:txBody>
          <a:bodyPr vert="horz" lIns="91440" tIns="45720" rIns="91440" bIns="45720" rtlCol="0">
            <a:no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9" name="Otsikon paikkamerkki 1">
            <a:extLst>
              <a:ext uri="{FF2B5EF4-FFF2-40B4-BE49-F238E27FC236}">
                <a16:creationId xmlns:a16="http://schemas.microsoft.com/office/drawing/2014/main" id="{300522BC-88A8-1249-872C-9D5C5ED9DB16}"/>
              </a:ext>
            </a:extLst>
          </p:cNvPr>
          <p:cNvSpPr>
            <a:spLocks noGrp="1"/>
          </p:cNvSpPr>
          <p:nvPr>
            <p:ph type="title"/>
          </p:nvPr>
        </p:nvSpPr>
        <p:spPr>
          <a:xfrm>
            <a:off x="897031" y="1860150"/>
            <a:ext cx="10515600" cy="468479"/>
          </a:xfrm>
          <a:prstGeom prst="rect">
            <a:avLst/>
          </a:prstGeom>
        </p:spPr>
        <p:txBody>
          <a:bodyPr vert="horz" lIns="91440" tIns="45720" rIns="91440" bIns="45720" rtlCol="0" anchor="t">
            <a:normAutofit/>
          </a:bodyPr>
          <a:lstStyle/>
          <a:p>
            <a:r>
              <a:rPr lang="en-GB" dirty="0"/>
              <a:t>Click to edit</a:t>
            </a:r>
            <a:endParaRPr lang="fi-FI" dirty="0"/>
          </a:p>
        </p:txBody>
      </p:sp>
      <p:pic>
        <p:nvPicPr>
          <p:cNvPr id="3" name="Kuva 20" descr="Kuva, joka sisältää kohteen piirtäminen&#10;&#10;Kuvaus luotu automaattisesti">
            <a:extLst>
              <a:ext uri="{FF2B5EF4-FFF2-40B4-BE49-F238E27FC236}">
                <a16:creationId xmlns:a16="http://schemas.microsoft.com/office/drawing/2014/main" id="{AE458BF6-D3B8-0E27-3DF5-D9577226B09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4" name="Suorakulmio 9">
            <a:extLst>
              <a:ext uri="{FF2B5EF4-FFF2-40B4-BE49-F238E27FC236}">
                <a16:creationId xmlns:a16="http://schemas.microsoft.com/office/drawing/2014/main" id="{D7D6D7C7-86BB-78BE-D9DB-4A40AA80FD01}"/>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4" name="Date Placeholder 3">
            <a:extLst>
              <a:ext uri="{FF2B5EF4-FFF2-40B4-BE49-F238E27FC236}">
                <a16:creationId xmlns:a16="http://schemas.microsoft.com/office/drawing/2014/main" id="{3DC96632-F4A8-A4CE-B5D2-1C1FADDCA7A5}"/>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15" name="Footer Placeholder 4">
            <a:extLst>
              <a:ext uri="{FF2B5EF4-FFF2-40B4-BE49-F238E27FC236}">
                <a16:creationId xmlns:a16="http://schemas.microsoft.com/office/drawing/2014/main" id="{CE7CDC64-0754-9F10-C303-4A3BB56CA457}"/>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16" name="Slide Number Placeholder 5">
            <a:extLst>
              <a:ext uri="{FF2B5EF4-FFF2-40B4-BE49-F238E27FC236}">
                <a16:creationId xmlns:a16="http://schemas.microsoft.com/office/drawing/2014/main" id="{1949DDC3-C9A8-9839-E681-4F83F3FC13AC}"/>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40165325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White | Juniper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0" y="6350"/>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9" name="Suorakulmio 8">
            <a:extLst>
              <a:ext uri="{FF2B5EF4-FFF2-40B4-BE49-F238E27FC236}">
                <a16:creationId xmlns:a16="http://schemas.microsoft.com/office/drawing/2014/main" id="{4FCF93DC-8848-8040-9282-4B5CDC0BC008}"/>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2" name="Date Placeholder 3">
            <a:extLst>
              <a:ext uri="{FF2B5EF4-FFF2-40B4-BE49-F238E27FC236}">
                <a16:creationId xmlns:a16="http://schemas.microsoft.com/office/drawing/2014/main" id="{FBC79658-EBDA-2C5F-4983-3B4A2777B039}"/>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3" name="Footer Placeholder 4">
            <a:extLst>
              <a:ext uri="{FF2B5EF4-FFF2-40B4-BE49-F238E27FC236}">
                <a16:creationId xmlns:a16="http://schemas.microsoft.com/office/drawing/2014/main" id="{84F6C55E-B194-BFFC-DB3B-4F7495B803F5}"/>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4" name="Slide Number Placeholder 5">
            <a:extLst>
              <a:ext uri="{FF2B5EF4-FFF2-40B4-BE49-F238E27FC236}">
                <a16:creationId xmlns:a16="http://schemas.microsoft.com/office/drawing/2014/main" id="{8183AF33-55E1-DB0B-53EF-40F6EED24AB2}"/>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10" name="Tekstin paikkamerkki 4">
            <a:extLst>
              <a:ext uri="{FF2B5EF4-FFF2-40B4-BE49-F238E27FC236}">
                <a16:creationId xmlns:a16="http://schemas.microsoft.com/office/drawing/2014/main" id="{14B11FC1-D179-E307-96EB-24D9532F87A4}"/>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1" name="Tekstin paikkamerkki 2">
            <a:extLst>
              <a:ext uri="{FF2B5EF4-FFF2-40B4-BE49-F238E27FC236}">
                <a16:creationId xmlns:a16="http://schemas.microsoft.com/office/drawing/2014/main" id="{93F78225-0E95-C29A-0C51-B5DE56F2378B}"/>
              </a:ext>
            </a:extLst>
          </p:cNvPr>
          <p:cNvSpPr>
            <a:spLocks noGrp="1"/>
          </p:cNvSpPr>
          <p:nvPr>
            <p:ph idx="1"/>
          </p:nvPr>
        </p:nvSpPr>
        <p:spPr>
          <a:xfrm>
            <a:off x="1676400" y="2525801"/>
            <a:ext cx="9736231" cy="3639868"/>
          </a:xfrm>
          <a:prstGeom prst="rect">
            <a:avLst/>
          </a:prstGeom>
        </p:spPr>
        <p:txBody>
          <a:bodyPr vert="horz" lIns="91440" tIns="45720" rIns="91440" bIns="45720" rtlCol="0">
            <a:no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14" name="Otsikon paikkamerkki 1">
            <a:extLst>
              <a:ext uri="{FF2B5EF4-FFF2-40B4-BE49-F238E27FC236}">
                <a16:creationId xmlns:a16="http://schemas.microsoft.com/office/drawing/2014/main" id="{70952781-1D65-1F51-0E84-4DE34510C24D}"/>
              </a:ext>
            </a:extLst>
          </p:cNvPr>
          <p:cNvSpPr>
            <a:spLocks noGrp="1"/>
          </p:cNvSpPr>
          <p:nvPr>
            <p:ph type="title"/>
          </p:nvPr>
        </p:nvSpPr>
        <p:spPr>
          <a:xfrm>
            <a:off x="897031" y="1860150"/>
            <a:ext cx="10515600" cy="468479"/>
          </a:xfrm>
          <a:prstGeom prst="rect">
            <a:avLst/>
          </a:prstGeom>
        </p:spPr>
        <p:txBody>
          <a:bodyPr vert="horz" lIns="91440" tIns="45720" rIns="91440" bIns="45720" rtlCol="0" anchor="t">
            <a:normAutofit/>
          </a:bodyPr>
          <a:lstStyle/>
          <a:p>
            <a:r>
              <a:rPr lang="en-GB" dirty="0"/>
              <a:t>Click to edit</a:t>
            </a:r>
            <a:endParaRPr lang="fi-FI" dirty="0"/>
          </a:p>
        </p:txBody>
      </p:sp>
    </p:spTree>
    <p:extLst>
      <p:ext uri="{BB962C8B-B14F-4D97-AF65-F5344CB8AC3E}">
        <p14:creationId xmlns:p14="http://schemas.microsoft.com/office/powerpoint/2010/main" val="155610690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White | Dew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4" y="-1145"/>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0" name="Suorakulmio 9">
            <a:extLst>
              <a:ext uri="{FF2B5EF4-FFF2-40B4-BE49-F238E27FC236}">
                <a16:creationId xmlns:a16="http://schemas.microsoft.com/office/drawing/2014/main" id="{A22A9075-60CC-6947-8D52-D6E39BBCDD5F}"/>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2" name="Date Placeholder 3">
            <a:extLst>
              <a:ext uri="{FF2B5EF4-FFF2-40B4-BE49-F238E27FC236}">
                <a16:creationId xmlns:a16="http://schemas.microsoft.com/office/drawing/2014/main" id="{6B4629CE-6AC6-F9C2-85F5-3ACD462A6592}"/>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3" name="Footer Placeholder 4">
            <a:extLst>
              <a:ext uri="{FF2B5EF4-FFF2-40B4-BE49-F238E27FC236}">
                <a16:creationId xmlns:a16="http://schemas.microsoft.com/office/drawing/2014/main" id="{85687373-8239-10B6-A5B8-53A2061D2BAD}"/>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4" name="Slide Number Placeholder 5">
            <a:extLst>
              <a:ext uri="{FF2B5EF4-FFF2-40B4-BE49-F238E27FC236}">
                <a16:creationId xmlns:a16="http://schemas.microsoft.com/office/drawing/2014/main" id="{ED3008F7-9EAD-2F50-50ED-937F08A0C0C8}"/>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13" name="Tekstin paikkamerkki 4">
            <a:extLst>
              <a:ext uri="{FF2B5EF4-FFF2-40B4-BE49-F238E27FC236}">
                <a16:creationId xmlns:a16="http://schemas.microsoft.com/office/drawing/2014/main" id="{50ECCA8D-D359-4428-98CF-B46662225011}"/>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4" name="Tekstin paikkamerkki 2">
            <a:extLst>
              <a:ext uri="{FF2B5EF4-FFF2-40B4-BE49-F238E27FC236}">
                <a16:creationId xmlns:a16="http://schemas.microsoft.com/office/drawing/2014/main" id="{11263413-DC64-4BD0-678E-051AD12A3E65}"/>
              </a:ext>
            </a:extLst>
          </p:cNvPr>
          <p:cNvSpPr>
            <a:spLocks noGrp="1"/>
          </p:cNvSpPr>
          <p:nvPr>
            <p:ph idx="1"/>
          </p:nvPr>
        </p:nvSpPr>
        <p:spPr>
          <a:xfrm>
            <a:off x="1676400" y="2525801"/>
            <a:ext cx="9736231" cy="3639868"/>
          </a:xfrm>
          <a:prstGeom prst="rect">
            <a:avLst/>
          </a:prstGeom>
        </p:spPr>
        <p:txBody>
          <a:bodyPr vert="horz" lIns="91440" tIns="45720" rIns="91440" bIns="45720" rtlCol="0">
            <a:no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15" name="Otsikon paikkamerkki 1">
            <a:extLst>
              <a:ext uri="{FF2B5EF4-FFF2-40B4-BE49-F238E27FC236}">
                <a16:creationId xmlns:a16="http://schemas.microsoft.com/office/drawing/2014/main" id="{DACC4C55-CB14-4ED3-BA02-5AB5F4A23A19}"/>
              </a:ext>
            </a:extLst>
          </p:cNvPr>
          <p:cNvSpPr>
            <a:spLocks noGrp="1"/>
          </p:cNvSpPr>
          <p:nvPr>
            <p:ph type="title"/>
          </p:nvPr>
        </p:nvSpPr>
        <p:spPr>
          <a:xfrm>
            <a:off x="897031" y="1860150"/>
            <a:ext cx="10515600" cy="468479"/>
          </a:xfrm>
          <a:prstGeom prst="rect">
            <a:avLst/>
          </a:prstGeom>
        </p:spPr>
        <p:txBody>
          <a:bodyPr vert="horz" lIns="91440" tIns="45720" rIns="91440" bIns="45720" rtlCol="0" anchor="t">
            <a:normAutofit/>
          </a:bodyPr>
          <a:lstStyle/>
          <a:p>
            <a:r>
              <a:rPr lang="en-GB" dirty="0"/>
              <a:t>Click to edit</a:t>
            </a:r>
            <a:endParaRPr lang="fi-FI" dirty="0"/>
          </a:p>
        </p:txBody>
      </p:sp>
    </p:spTree>
    <p:extLst>
      <p:ext uri="{BB962C8B-B14F-4D97-AF65-F5344CB8AC3E}">
        <p14:creationId xmlns:p14="http://schemas.microsoft.com/office/powerpoint/2010/main" val="31614837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White | Pine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20046" y="6350"/>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0" name="Suorakulmio 9">
            <a:extLst>
              <a:ext uri="{FF2B5EF4-FFF2-40B4-BE49-F238E27FC236}">
                <a16:creationId xmlns:a16="http://schemas.microsoft.com/office/drawing/2014/main" id="{57E677A3-1FEF-FA4F-9C7F-5CEACED584E1}"/>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2" name="Date Placeholder 3">
            <a:extLst>
              <a:ext uri="{FF2B5EF4-FFF2-40B4-BE49-F238E27FC236}">
                <a16:creationId xmlns:a16="http://schemas.microsoft.com/office/drawing/2014/main" id="{6C862FC7-5C6D-7394-BD11-16DB990C667C}"/>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3" name="Footer Placeholder 4">
            <a:extLst>
              <a:ext uri="{FF2B5EF4-FFF2-40B4-BE49-F238E27FC236}">
                <a16:creationId xmlns:a16="http://schemas.microsoft.com/office/drawing/2014/main" id="{16D15D66-8B1A-F61B-F442-AFF93B6C764B}"/>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4" name="Slide Number Placeholder 5">
            <a:extLst>
              <a:ext uri="{FF2B5EF4-FFF2-40B4-BE49-F238E27FC236}">
                <a16:creationId xmlns:a16="http://schemas.microsoft.com/office/drawing/2014/main" id="{C7A28E68-0398-FC68-93A7-18BE7498DD82}"/>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12" name="Tekstin paikkamerkki 4">
            <a:extLst>
              <a:ext uri="{FF2B5EF4-FFF2-40B4-BE49-F238E27FC236}">
                <a16:creationId xmlns:a16="http://schemas.microsoft.com/office/drawing/2014/main" id="{0EBCE173-86D6-AC7B-2821-070D6E8D4446}"/>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3" name="Tekstin paikkamerkki 2">
            <a:extLst>
              <a:ext uri="{FF2B5EF4-FFF2-40B4-BE49-F238E27FC236}">
                <a16:creationId xmlns:a16="http://schemas.microsoft.com/office/drawing/2014/main" id="{601F4FAC-CFB2-784D-4D7E-CBD1A456152E}"/>
              </a:ext>
            </a:extLst>
          </p:cNvPr>
          <p:cNvSpPr>
            <a:spLocks noGrp="1"/>
          </p:cNvSpPr>
          <p:nvPr>
            <p:ph idx="1"/>
          </p:nvPr>
        </p:nvSpPr>
        <p:spPr>
          <a:xfrm>
            <a:off x="1676400" y="2525801"/>
            <a:ext cx="9736231" cy="3639868"/>
          </a:xfrm>
          <a:prstGeom prst="rect">
            <a:avLst/>
          </a:prstGeom>
        </p:spPr>
        <p:txBody>
          <a:bodyPr vert="horz" lIns="91440" tIns="45720" rIns="91440" bIns="45720" rtlCol="0">
            <a:no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14" name="Otsikon paikkamerkki 1">
            <a:extLst>
              <a:ext uri="{FF2B5EF4-FFF2-40B4-BE49-F238E27FC236}">
                <a16:creationId xmlns:a16="http://schemas.microsoft.com/office/drawing/2014/main" id="{DA6CC0AD-74F0-713F-1EA4-3F923ED5F459}"/>
              </a:ext>
            </a:extLst>
          </p:cNvPr>
          <p:cNvSpPr>
            <a:spLocks noGrp="1"/>
          </p:cNvSpPr>
          <p:nvPr>
            <p:ph type="title"/>
          </p:nvPr>
        </p:nvSpPr>
        <p:spPr>
          <a:xfrm>
            <a:off x="897031" y="1860150"/>
            <a:ext cx="10515600" cy="468479"/>
          </a:xfrm>
          <a:prstGeom prst="rect">
            <a:avLst/>
          </a:prstGeom>
        </p:spPr>
        <p:txBody>
          <a:bodyPr vert="horz" lIns="91440" tIns="45720" rIns="91440" bIns="45720" rtlCol="0" anchor="t">
            <a:normAutofit/>
          </a:bodyPr>
          <a:lstStyle/>
          <a:p>
            <a:r>
              <a:rPr lang="en-GB" dirty="0"/>
              <a:t>Click to edit</a:t>
            </a:r>
            <a:endParaRPr lang="fi-FI" dirty="0"/>
          </a:p>
        </p:txBody>
      </p:sp>
    </p:spTree>
    <p:extLst>
      <p:ext uri="{BB962C8B-B14F-4D97-AF65-F5344CB8AC3E}">
        <p14:creationId xmlns:p14="http://schemas.microsoft.com/office/powerpoint/2010/main" val="3593391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White | Cowberry - Title and tex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4" y="-2095"/>
            <a:ext cx="12180711" cy="6851650"/>
          </a:xfrm>
          <a:prstGeom prst="rect">
            <a:avLst/>
          </a:prstGeom>
        </p:spPr>
      </p:pic>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10" name="Suorakulmio 9">
            <a:extLst>
              <a:ext uri="{FF2B5EF4-FFF2-40B4-BE49-F238E27FC236}">
                <a16:creationId xmlns:a16="http://schemas.microsoft.com/office/drawing/2014/main" id="{90A353E2-47CB-844F-A71B-FFF8B9893EC2}"/>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2" name="Date Placeholder 3">
            <a:extLst>
              <a:ext uri="{FF2B5EF4-FFF2-40B4-BE49-F238E27FC236}">
                <a16:creationId xmlns:a16="http://schemas.microsoft.com/office/drawing/2014/main" id="{7C42056C-8C9F-9AE9-C286-152C81FAF954}"/>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3" name="Footer Placeholder 4">
            <a:extLst>
              <a:ext uri="{FF2B5EF4-FFF2-40B4-BE49-F238E27FC236}">
                <a16:creationId xmlns:a16="http://schemas.microsoft.com/office/drawing/2014/main" id="{9F18EDE5-D42A-8C82-C46F-243075ED4136}"/>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4" name="Slide Number Placeholder 5">
            <a:extLst>
              <a:ext uri="{FF2B5EF4-FFF2-40B4-BE49-F238E27FC236}">
                <a16:creationId xmlns:a16="http://schemas.microsoft.com/office/drawing/2014/main" id="{A4B26E26-2E10-893E-15F9-8117994E2C20}"/>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12" name="Tekstin paikkamerkki 4">
            <a:extLst>
              <a:ext uri="{FF2B5EF4-FFF2-40B4-BE49-F238E27FC236}">
                <a16:creationId xmlns:a16="http://schemas.microsoft.com/office/drawing/2014/main" id="{EAFF58FC-48F8-E722-D539-0BE8055384A7}"/>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3" name="Tekstin paikkamerkki 2">
            <a:extLst>
              <a:ext uri="{FF2B5EF4-FFF2-40B4-BE49-F238E27FC236}">
                <a16:creationId xmlns:a16="http://schemas.microsoft.com/office/drawing/2014/main" id="{8577045C-74A7-E0A8-3D67-C0252403E469}"/>
              </a:ext>
            </a:extLst>
          </p:cNvPr>
          <p:cNvSpPr>
            <a:spLocks noGrp="1"/>
          </p:cNvSpPr>
          <p:nvPr>
            <p:ph idx="1"/>
          </p:nvPr>
        </p:nvSpPr>
        <p:spPr>
          <a:xfrm>
            <a:off x="1676400" y="2525801"/>
            <a:ext cx="9736231" cy="3639868"/>
          </a:xfrm>
          <a:prstGeom prst="rect">
            <a:avLst/>
          </a:prstGeom>
        </p:spPr>
        <p:txBody>
          <a:bodyPr vert="horz" lIns="91440" tIns="45720" rIns="91440" bIns="45720" rtlCol="0">
            <a:no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14" name="Otsikon paikkamerkki 1">
            <a:extLst>
              <a:ext uri="{FF2B5EF4-FFF2-40B4-BE49-F238E27FC236}">
                <a16:creationId xmlns:a16="http://schemas.microsoft.com/office/drawing/2014/main" id="{65E19B7A-8809-8CF4-702D-B931F98A5870}"/>
              </a:ext>
            </a:extLst>
          </p:cNvPr>
          <p:cNvSpPr>
            <a:spLocks noGrp="1"/>
          </p:cNvSpPr>
          <p:nvPr>
            <p:ph type="title"/>
          </p:nvPr>
        </p:nvSpPr>
        <p:spPr>
          <a:xfrm>
            <a:off x="897031" y="1860150"/>
            <a:ext cx="10515600" cy="468479"/>
          </a:xfrm>
          <a:prstGeom prst="rect">
            <a:avLst/>
          </a:prstGeom>
        </p:spPr>
        <p:txBody>
          <a:bodyPr vert="horz" lIns="91440" tIns="45720" rIns="91440" bIns="45720" rtlCol="0" anchor="t">
            <a:normAutofit/>
          </a:bodyPr>
          <a:lstStyle/>
          <a:p>
            <a:r>
              <a:rPr lang="en-GB" dirty="0"/>
              <a:t>Click to edit</a:t>
            </a:r>
            <a:endParaRPr lang="fi-FI" dirty="0"/>
          </a:p>
        </p:txBody>
      </p:sp>
    </p:spTree>
    <p:extLst>
      <p:ext uri="{BB962C8B-B14F-4D97-AF65-F5344CB8AC3E}">
        <p14:creationId xmlns:p14="http://schemas.microsoft.com/office/powerpoint/2010/main" val="250798586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White | Section break">
    <p:spTree>
      <p:nvGrpSpPr>
        <p:cNvPr id="1" name=""/>
        <p:cNvGrpSpPr/>
        <p:nvPr/>
      </p:nvGrpSpPr>
      <p:grpSpPr>
        <a:xfrm>
          <a:off x="0" y="0"/>
          <a:ext cx="0" cy="0"/>
          <a:chOff x="0" y="0"/>
          <a:chExt cx="0" cy="0"/>
        </a:xfrm>
      </p:grpSpPr>
      <p:sp>
        <p:nvSpPr>
          <p:cNvPr id="2" name="Otsikko 1">
            <a:extLst>
              <a:ext uri="{FF2B5EF4-FFF2-40B4-BE49-F238E27FC236}">
                <a16:creationId xmlns:a16="http://schemas.microsoft.com/office/drawing/2014/main" id="{F863E617-64D6-EC40-9329-D969D96E9785}"/>
              </a:ext>
            </a:extLst>
          </p:cNvPr>
          <p:cNvSpPr>
            <a:spLocks noGrp="1"/>
          </p:cNvSpPr>
          <p:nvPr>
            <p:ph type="ctrTitle"/>
          </p:nvPr>
        </p:nvSpPr>
        <p:spPr>
          <a:xfrm>
            <a:off x="902769" y="4733751"/>
            <a:ext cx="10377391" cy="712615"/>
          </a:xfrm>
        </p:spPr>
        <p:txBody>
          <a:bodyPr wrap="none" anchor="t" anchorCtr="0">
            <a:noAutofit/>
          </a:bodyPr>
          <a:lstStyle>
            <a:lvl1pPr algn="l">
              <a:defRPr sz="6000"/>
            </a:lvl1pPr>
          </a:lstStyle>
          <a:p>
            <a:r>
              <a:rPr lang="en-GB" dirty="0"/>
              <a:t>Click to edit</a:t>
            </a:r>
            <a:endParaRPr lang="fi-FI" dirty="0"/>
          </a:p>
        </p:txBody>
      </p:sp>
      <p:sp>
        <p:nvSpPr>
          <p:cNvPr id="3" name="Alaotsikko 2">
            <a:extLst>
              <a:ext uri="{FF2B5EF4-FFF2-40B4-BE49-F238E27FC236}">
                <a16:creationId xmlns:a16="http://schemas.microsoft.com/office/drawing/2014/main" id="{D0C07929-F6C2-BC40-BF90-D0A792EC8B4B}"/>
              </a:ext>
            </a:extLst>
          </p:cNvPr>
          <p:cNvSpPr>
            <a:spLocks noGrp="1"/>
          </p:cNvSpPr>
          <p:nvPr>
            <p:ph type="subTitle" idx="1"/>
          </p:nvPr>
        </p:nvSpPr>
        <p:spPr>
          <a:xfrm>
            <a:off x="935426" y="5565645"/>
            <a:ext cx="10344734" cy="413908"/>
          </a:xfrm>
          <a:prstGeom prst="rect">
            <a:avLst/>
          </a:prstGeom>
        </p:spPr>
        <p:txBody>
          <a:bodyPr>
            <a:normAutofit/>
          </a:bodyPr>
          <a:lstStyle>
            <a:lvl1pPr marL="0" indent="0" algn="l">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a:t>
            </a:r>
            <a:endParaRPr lang="fi-FI" dirty="0"/>
          </a:p>
        </p:txBody>
      </p:sp>
      <p:sp>
        <p:nvSpPr>
          <p:cNvPr id="9" name="Suorakulmio 8">
            <a:extLst>
              <a:ext uri="{FF2B5EF4-FFF2-40B4-BE49-F238E27FC236}">
                <a16:creationId xmlns:a16="http://schemas.microsoft.com/office/drawing/2014/main" id="{43F0461C-FF74-D546-959D-DC63A29E5E38}"/>
              </a:ext>
            </a:extLst>
          </p:cNvPr>
          <p:cNvSpPr/>
          <p:nvPr/>
        </p:nvSpPr>
        <p:spPr>
          <a:xfrm>
            <a:off x="1012406" y="4402404"/>
            <a:ext cx="654118" cy="146304"/>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10" name="Kuvan paikkamerkki 2">
            <a:extLst>
              <a:ext uri="{FF2B5EF4-FFF2-40B4-BE49-F238E27FC236}">
                <a16:creationId xmlns:a16="http://schemas.microsoft.com/office/drawing/2014/main" id="{15B804CA-6A49-3544-9B22-05109DB84DCA}"/>
              </a:ext>
            </a:extLst>
          </p:cNvPr>
          <p:cNvSpPr>
            <a:spLocks noGrp="1"/>
          </p:cNvSpPr>
          <p:nvPr>
            <p:ph type="pic" idx="10"/>
          </p:nvPr>
        </p:nvSpPr>
        <p:spPr>
          <a:xfrm>
            <a:off x="0" y="1"/>
            <a:ext cx="12192000" cy="3879668"/>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i-FI" dirty="0"/>
          </a:p>
        </p:txBody>
      </p:sp>
      <p:pic>
        <p:nvPicPr>
          <p:cNvPr id="6" name="Kuva 5">
            <a:extLst>
              <a:ext uri="{FF2B5EF4-FFF2-40B4-BE49-F238E27FC236}">
                <a16:creationId xmlns:a16="http://schemas.microsoft.com/office/drawing/2014/main" id="{3F490A3D-988A-B048-9837-BD2BE9BFCE4B}"/>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0674178" y="270824"/>
            <a:ext cx="1040968" cy="458829"/>
          </a:xfrm>
          <a:prstGeom prst="rect">
            <a:avLst/>
          </a:prstGeom>
        </p:spPr>
      </p:pic>
      <p:sp>
        <p:nvSpPr>
          <p:cNvPr id="4" name="Date Placeholder 3">
            <a:extLst>
              <a:ext uri="{FF2B5EF4-FFF2-40B4-BE49-F238E27FC236}">
                <a16:creationId xmlns:a16="http://schemas.microsoft.com/office/drawing/2014/main" id="{7423F102-0CAC-BC39-09BB-610B3397C21C}"/>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5" name="Footer Placeholder 4">
            <a:extLst>
              <a:ext uri="{FF2B5EF4-FFF2-40B4-BE49-F238E27FC236}">
                <a16:creationId xmlns:a16="http://schemas.microsoft.com/office/drawing/2014/main" id="{7C06C178-DA85-C495-9A24-3F25C115E77E}"/>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7" name="Slide Number Placeholder 5">
            <a:extLst>
              <a:ext uri="{FF2B5EF4-FFF2-40B4-BE49-F238E27FC236}">
                <a16:creationId xmlns:a16="http://schemas.microsoft.com/office/drawing/2014/main" id="{33E3EBE6-0E86-16A0-12DC-7741EC9AB1CB}"/>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399939360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White | Picture and text box">
    <p:spTree>
      <p:nvGrpSpPr>
        <p:cNvPr id="1" name=""/>
        <p:cNvGrpSpPr/>
        <p:nvPr/>
      </p:nvGrpSpPr>
      <p:grpSpPr>
        <a:xfrm>
          <a:off x="0" y="0"/>
          <a:ext cx="0" cy="0"/>
          <a:chOff x="0" y="0"/>
          <a:chExt cx="0" cy="0"/>
        </a:xfrm>
      </p:grpSpPr>
      <p:sp>
        <p:nvSpPr>
          <p:cNvPr id="5" name="Kuvan paikkamerkki 4">
            <a:extLst>
              <a:ext uri="{FF2B5EF4-FFF2-40B4-BE49-F238E27FC236}">
                <a16:creationId xmlns:a16="http://schemas.microsoft.com/office/drawing/2014/main" id="{07054270-04AF-5B45-90A5-7758E8027E64}"/>
              </a:ext>
            </a:extLst>
          </p:cNvPr>
          <p:cNvSpPr>
            <a:spLocks noGrp="1"/>
          </p:cNvSpPr>
          <p:nvPr>
            <p:ph type="pic" sz="quarter" idx="11"/>
          </p:nvPr>
        </p:nvSpPr>
        <p:spPr>
          <a:xfrm>
            <a:off x="0" y="0"/>
            <a:ext cx="12192000" cy="6858000"/>
          </a:xfrm>
          <a:prstGeom prst="rect">
            <a:avLst/>
          </a:prstGeom>
          <a:solidFill>
            <a:schemeClr val="bg1">
              <a:lumMod val="75000"/>
              <a:lumOff val="25000"/>
            </a:schemeClr>
          </a:solidFill>
        </p:spPr>
        <p:txBody>
          <a:bodyPr/>
          <a:lstStyle>
            <a:lvl1pPr marL="0" indent="0">
              <a:buNone/>
              <a:defRPr>
                <a:solidFill>
                  <a:schemeClr val="bg1"/>
                </a:solidFill>
              </a:defRPr>
            </a:lvl1pPr>
          </a:lstStyle>
          <a:p>
            <a:endParaRPr lang="fi-FI" dirty="0"/>
          </a:p>
        </p:txBody>
      </p:sp>
      <p:sp>
        <p:nvSpPr>
          <p:cNvPr id="6" name="Tekstiruutu 5">
            <a:extLst>
              <a:ext uri="{FF2B5EF4-FFF2-40B4-BE49-F238E27FC236}">
                <a16:creationId xmlns:a16="http://schemas.microsoft.com/office/drawing/2014/main" id="{38A9A2C1-A622-EB4F-8F54-DFD4B94609C4}"/>
              </a:ext>
            </a:extLst>
          </p:cNvPr>
          <p:cNvSpPr txBox="1"/>
          <p:nvPr/>
        </p:nvSpPr>
        <p:spPr>
          <a:xfrm>
            <a:off x="1007722" y="-534567"/>
            <a:ext cx="4576082" cy="7848302"/>
          </a:xfrm>
          <a:prstGeom prst="rect">
            <a:avLst/>
          </a:prstGeom>
          <a:solidFill>
            <a:schemeClr val="bg1"/>
          </a:solidFill>
        </p:spPr>
        <p:txBody>
          <a:bodyPr wrap="square" rtlCol="0">
            <a:spAutoFit/>
          </a:bodyPr>
          <a:lstStyle/>
          <a:p>
            <a:r>
              <a:rPr lang="fi-FI" b="0" i="0" dirty="0">
                <a:solidFill>
                  <a:schemeClr val="bg1"/>
                </a:solidFill>
                <a:latin typeface="Open Sans" pitchFamily="2" charset="0"/>
              </a:rPr>
              <a:t>x</a:t>
            </a: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a:p>
            <a:endParaRPr lang="fi-FI" b="0" i="0" dirty="0">
              <a:solidFill>
                <a:schemeClr val="bg1"/>
              </a:solidFill>
              <a:latin typeface="Open Sans" pitchFamily="2" charset="0"/>
            </a:endParaRPr>
          </a:p>
        </p:txBody>
      </p:sp>
      <p:sp>
        <p:nvSpPr>
          <p:cNvPr id="15" name="Kuvan paikkamerkki 14">
            <a:extLst>
              <a:ext uri="{FF2B5EF4-FFF2-40B4-BE49-F238E27FC236}">
                <a16:creationId xmlns:a16="http://schemas.microsoft.com/office/drawing/2014/main" id="{9518384A-8F93-0842-81E2-3B5FF05AB7E1}"/>
              </a:ext>
            </a:extLst>
          </p:cNvPr>
          <p:cNvSpPr>
            <a:spLocks noGrp="1"/>
          </p:cNvSpPr>
          <p:nvPr>
            <p:ph type="pic" sz="quarter" idx="12" hasCustomPrompt="1"/>
          </p:nvPr>
        </p:nvSpPr>
        <p:spPr>
          <a:xfrm>
            <a:off x="1007722" y="-446036"/>
            <a:ext cx="4575175" cy="7964488"/>
          </a:xfrm>
          <a:prstGeom prst="rect">
            <a:avLst/>
          </a:prstGeom>
          <a:solidFill>
            <a:schemeClr val="tx1"/>
          </a:solidFill>
        </p:spPr>
        <p:txBody>
          <a:bodyPr/>
          <a:lstStyle>
            <a:lvl1pPr marL="0" indent="0">
              <a:buNone/>
              <a:defRPr>
                <a:solidFill>
                  <a:schemeClr val="bg1"/>
                </a:solidFill>
              </a:defRPr>
            </a:lvl1pPr>
          </a:lstStyle>
          <a:p>
            <a:r>
              <a:rPr lang="fi-FI"/>
              <a:t>x</a:t>
            </a:r>
          </a:p>
        </p:txBody>
      </p:sp>
      <p:sp>
        <p:nvSpPr>
          <p:cNvPr id="13" name="Otsikko 1">
            <a:extLst>
              <a:ext uri="{FF2B5EF4-FFF2-40B4-BE49-F238E27FC236}">
                <a16:creationId xmlns:a16="http://schemas.microsoft.com/office/drawing/2014/main" id="{9C2D48CD-8009-8642-A3AC-BA9BC2DEA0EC}"/>
              </a:ext>
            </a:extLst>
          </p:cNvPr>
          <p:cNvSpPr>
            <a:spLocks noGrp="1"/>
          </p:cNvSpPr>
          <p:nvPr>
            <p:ph type="title" hasCustomPrompt="1"/>
          </p:nvPr>
        </p:nvSpPr>
        <p:spPr>
          <a:xfrm>
            <a:off x="1329646" y="1296545"/>
            <a:ext cx="3932236" cy="858331"/>
          </a:xfrm>
          <a:prstGeom prst="rect">
            <a:avLst/>
          </a:prstGeom>
        </p:spPr>
        <p:txBody>
          <a:bodyPr wrap="square" anchor="t">
            <a:normAutofit/>
          </a:bodyPr>
          <a:lstStyle>
            <a:lvl1pPr>
              <a:lnSpc>
                <a:spcPts val="3400"/>
              </a:lnSpc>
              <a:defRPr sz="3200">
                <a:solidFill>
                  <a:schemeClr val="bg1"/>
                </a:solidFill>
              </a:defRPr>
            </a:lvl1pPr>
          </a:lstStyle>
          <a:p>
            <a:r>
              <a:rPr lang="en-GB" dirty="0"/>
              <a:t>Click to edit title</a:t>
            </a:r>
            <a:endParaRPr lang="fi-FI" dirty="0"/>
          </a:p>
        </p:txBody>
      </p:sp>
      <p:sp>
        <p:nvSpPr>
          <p:cNvPr id="14" name="Kuvan paikkamerkki 14">
            <a:extLst>
              <a:ext uri="{FF2B5EF4-FFF2-40B4-BE49-F238E27FC236}">
                <a16:creationId xmlns:a16="http://schemas.microsoft.com/office/drawing/2014/main" id="{55446BA7-97C8-F642-A79B-1D1C73EE7659}"/>
              </a:ext>
            </a:extLst>
          </p:cNvPr>
          <p:cNvSpPr>
            <a:spLocks noGrp="1"/>
          </p:cNvSpPr>
          <p:nvPr>
            <p:ph type="pic" sz="quarter" idx="13" hasCustomPrompt="1"/>
          </p:nvPr>
        </p:nvSpPr>
        <p:spPr>
          <a:xfrm>
            <a:off x="1438916" y="1026344"/>
            <a:ext cx="528467" cy="105094"/>
          </a:xfrm>
          <a:prstGeom prst="rect">
            <a:avLst/>
          </a:prstGeom>
          <a:solidFill>
            <a:srgbClr val="23B900"/>
          </a:solidFill>
        </p:spPr>
        <p:txBody>
          <a:bodyPr wrap="none" lIns="0" tIns="0" rIns="0" bIns="0" anchor="ctr" anchorCtr="0">
            <a:noAutofit/>
          </a:bodyPr>
          <a:lstStyle>
            <a:lvl1pPr marL="0" indent="0">
              <a:buNone/>
              <a:defRPr sz="900">
                <a:solidFill>
                  <a:srgbClr val="23B900"/>
                </a:solidFill>
              </a:defRPr>
            </a:lvl1pPr>
          </a:lstStyle>
          <a:p>
            <a:r>
              <a:rPr lang="fi-FI"/>
              <a:t>x</a:t>
            </a:r>
          </a:p>
        </p:txBody>
      </p:sp>
      <p:sp>
        <p:nvSpPr>
          <p:cNvPr id="9" name="Text Placeholder 3">
            <a:extLst>
              <a:ext uri="{FF2B5EF4-FFF2-40B4-BE49-F238E27FC236}">
                <a16:creationId xmlns:a16="http://schemas.microsoft.com/office/drawing/2014/main" id="{C9D99822-75F7-394D-97D4-F653FCEBCE2B}"/>
              </a:ext>
            </a:extLst>
          </p:cNvPr>
          <p:cNvSpPr>
            <a:spLocks noGrp="1"/>
          </p:cNvSpPr>
          <p:nvPr>
            <p:ph type="body" sz="quarter" idx="14"/>
          </p:nvPr>
        </p:nvSpPr>
        <p:spPr>
          <a:xfrm>
            <a:off x="1329644" y="2319983"/>
            <a:ext cx="3932237" cy="4255123"/>
          </a:xfrm>
          <a:prstGeom prst="rect">
            <a:avLst/>
          </a:prstGeom>
        </p:spPr>
        <p:txBody>
          <a:bodyPr>
            <a:noAutofit/>
          </a:bodyPr>
          <a:lstStyle>
            <a:lvl1pPr marL="222250" indent="-222250">
              <a:lnSpc>
                <a:spcPct val="120000"/>
              </a:lnSpc>
              <a:spcBef>
                <a:spcPts val="0"/>
              </a:spcBef>
              <a:spcAft>
                <a:spcPts val="100"/>
              </a:spcAft>
              <a:tabLst/>
              <a:defRPr sz="1500"/>
            </a:lvl1pPr>
            <a:lvl2pPr marL="622300" indent="-165100">
              <a:lnSpc>
                <a:spcPct val="120000"/>
              </a:lnSpc>
              <a:spcBef>
                <a:spcPts val="0"/>
              </a:spcBef>
              <a:spcAft>
                <a:spcPts val="100"/>
              </a:spcAft>
              <a:buFontTx/>
              <a:buBlip>
                <a:blip r:embed="rId2"/>
              </a:buBlip>
              <a:tabLst/>
              <a:defRPr sz="1200"/>
            </a:lvl2pPr>
            <a:lvl3pPr marL="1068388" indent="-153988">
              <a:lnSpc>
                <a:spcPct val="120000"/>
              </a:lnSpc>
              <a:spcBef>
                <a:spcPts val="0"/>
              </a:spcBef>
              <a:spcAft>
                <a:spcPts val="100"/>
              </a:spcAft>
              <a:tabLst/>
              <a:defRPr sz="1200"/>
            </a:lvl3pPr>
            <a:lvl4pPr marL="1516063" indent="-144463">
              <a:lnSpc>
                <a:spcPct val="120000"/>
              </a:lnSpc>
              <a:spcBef>
                <a:spcPts val="0"/>
              </a:spcBef>
              <a:spcAft>
                <a:spcPts val="100"/>
              </a:spcAft>
              <a:tabLst/>
              <a:defRPr sz="1200"/>
            </a:lvl4pPr>
            <a:lvl5pPr marL="1962150" indent="-133350">
              <a:lnSpc>
                <a:spcPct val="120000"/>
              </a:lnSpc>
              <a:spcBef>
                <a:spcPts val="0"/>
              </a:spcBef>
              <a:spcAft>
                <a:spcPts val="100"/>
              </a:spcAft>
              <a:tabLst/>
              <a:defRPr sz="1200"/>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pic>
        <p:nvPicPr>
          <p:cNvPr id="8" name="Kuva 7" descr="Kuva, joka sisältää kohteen piirtäminen&#10;&#10;Kuvaus luotu automaattisesti">
            <a:extLst>
              <a:ext uri="{FF2B5EF4-FFF2-40B4-BE49-F238E27FC236}">
                <a16:creationId xmlns:a16="http://schemas.microsoft.com/office/drawing/2014/main" id="{B5121B37-9D23-8B4D-BA4A-4F4960F1D82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Tree>
    <p:extLst>
      <p:ext uri="{BB962C8B-B14F-4D97-AF65-F5344CB8AC3E}">
        <p14:creationId xmlns:p14="http://schemas.microsoft.com/office/powerpoint/2010/main" val="240953703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White | Comparison - Two columns">
    <p:spTree>
      <p:nvGrpSpPr>
        <p:cNvPr id="1" name=""/>
        <p:cNvGrpSpPr/>
        <p:nvPr/>
      </p:nvGrpSpPr>
      <p:grpSpPr>
        <a:xfrm>
          <a:off x="0" y="0"/>
          <a:ext cx="0" cy="0"/>
          <a:chOff x="0" y="0"/>
          <a:chExt cx="0" cy="0"/>
        </a:xfrm>
      </p:grpSpPr>
      <p:pic>
        <p:nvPicPr>
          <p:cNvPr id="2" name="Kuva 19">
            <a:extLst>
              <a:ext uri="{FF2B5EF4-FFF2-40B4-BE49-F238E27FC236}">
                <a16:creationId xmlns:a16="http://schemas.microsoft.com/office/drawing/2014/main" id="{A0FEE40D-AC28-82EF-3A14-F0A0AC4B109B}"/>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80711" cy="6851649"/>
          </a:xfrm>
          <a:prstGeom prst="rect">
            <a:avLst/>
          </a:prstGeom>
        </p:spPr>
      </p:pic>
      <p:sp>
        <p:nvSpPr>
          <p:cNvPr id="9" name="Tekstin paikkamerkki 4">
            <a:extLst>
              <a:ext uri="{FF2B5EF4-FFF2-40B4-BE49-F238E27FC236}">
                <a16:creationId xmlns:a16="http://schemas.microsoft.com/office/drawing/2014/main" id="{E9934A8A-1DCB-B54A-98E2-68889477C9B2}"/>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0" name="Otsikko 6">
            <a:extLst>
              <a:ext uri="{FF2B5EF4-FFF2-40B4-BE49-F238E27FC236}">
                <a16:creationId xmlns:a16="http://schemas.microsoft.com/office/drawing/2014/main" id="{F9655337-6CD1-7D4B-96D4-FFCD0C27AF44}"/>
              </a:ext>
            </a:extLst>
          </p:cNvPr>
          <p:cNvSpPr>
            <a:spLocks noGrp="1"/>
          </p:cNvSpPr>
          <p:nvPr>
            <p:ph type="title"/>
          </p:nvPr>
        </p:nvSpPr>
        <p:spPr>
          <a:xfrm>
            <a:off x="897031" y="1860778"/>
            <a:ext cx="10515600" cy="468479"/>
          </a:xfrm>
        </p:spPr>
        <p:txBody>
          <a:bodyPr anchor="t"/>
          <a:lstStyle/>
          <a:p>
            <a:r>
              <a:rPr lang="en-GB" dirty="0"/>
              <a:t>Click to edit</a:t>
            </a:r>
            <a:endParaRPr lang="fi-FI" dirty="0"/>
          </a:p>
        </p:txBody>
      </p:sp>
      <p:sp>
        <p:nvSpPr>
          <p:cNvPr id="12" name="Tekstin paikkamerkki 2">
            <a:extLst>
              <a:ext uri="{FF2B5EF4-FFF2-40B4-BE49-F238E27FC236}">
                <a16:creationId xmlns:a16="http://schemas.microsoft.com/office/drawing/2014/main" id="{65D39B04-891C-1C45-9F13-BFB6A5B67C01}"/>
              </a:ext>
            </a:extLst>
          </p:cNvPr>
          <p:cNvSpPr>
            <a:spLocks noGrp="1"/>
          </p:cNvSpPr>
          <p:nvPr>
            <p:ph type="body" idx="1"/>
          </p:nvPr>
        </p:nvSpPr>
        <p:spPr>
          <a:xfrm>
            <a:off x="6281928" y="2525700"/>
            <a:ext cx="5157787" cy="594741"/>
          </a:xfrm>
          <a:prstGeom prst="rect">
            <a:avLst/>
          </a:prstGeom>
        </p:spPr>
        <p:txBody>
          <a:bodyPr bIns="0" anchor="b">
            <a:noAutofit/>
          </a:bodyPr>
          <a:lstStyle>
            <a:lvl1pPr marL="0" indent="0">
              <a:lnSpc>
                <a:spcPct val="90000"/>
              </a:lnSpc>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a:t>
            </a:r>
          </a:p>
        </p:txBody>
      </p:sp>
      <p:sp>
        <p:nvSpPr>
          <p:cNvPr id="16" name="Tekstin paikkamerkki 2">
            <a:extLst>
              <a:ext uri="{FF2B5EF4-FFF2-40B4-BE49-F238E27FC236}">
                <a16:creationId xmlns:a16="http://schemas.microsoft.com/office/drawing/2014/main" id="{1056DD16-833C-ED40-8A88-EF8BC6C5A0B8}"/>
              </a:ext>
            </a:extLst>
          </p:cNvPr>
          <p:cNvSpPr>
            <a:spLocks noGrp="1"/>
          </p:cNvSpPr>
          <p:nvPr>
            <p:ph type="body" idx="15"/>
          </p:nvPr>
        </p:nvSpPr>
        <p:spPr>
          <a:xfrm>
            <a:off x="897031" y="2525700"/>
            <a:ext cx="5198969" cy="594741"/>
          </a:xfrm>
          <a:prstGeom prst="rect">
            <a:avLst/>
          </a:prstGeom>
        </p:spPr>
        <p:txBody>
          <a:bodyPr bIns="0" anchor="b">
            <a:noAutofit/>
          </a:bodyPr>
          <a:lstStyle>
            <a:lvl1pPr marL="0" indent="0">
              <a:lnSpc>
                <a:spcPct val="90000"/>
              </a:lnSpc>
              <a:buNone/>
              <a:defRPr sz="18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edit</a:t>
            </a:r>
          </a:p>
        </p:txBody>
      </p:sp>
      <p:sp>
        <p:nvSpPr>
          <p:cNvPr id="8" name="Content Placeholder 7">
            <a:extLst>
              <a:ext uri="{FF2B5EF4-FFF2-40B4-BE49-F238E27FC236}">
                <a16:creationId xmlns:a16="http://schemas.microsoft.com/office/drawing/2014/main" id="{6DAA49A2-094C-7945-929D-647685F81A61}"/>
              </a:ext>
            </a:extLst>
          </p:cNvPr>
          <p:cNvSpPr>
            <a:spLocks noGrp="1"/>
          </p:cNvSpPr>
          <p:nvPr>
            <p:ph sz="quarter" idx="13"/>
          </p:nvPr>
        </p:nvSpPr>
        <p:spPr>
          <a:xfrm>
            <a:off x="927100" y="3300097"/>
            <a:ext cx="5157786" cy="2871950"/>
          </a:xfrm>
          <a:prstGeom prst="rect">
            <a:avLst/>
          </a:prstGeom>
        </p:spPr>
        <p:txBody>
          <a:bodyPr/>
          <a:lstStyle>
            <a:lvl1pPr>
              <a:lnSpc>
                <a:spcPct val="120000"/>
              </a:lnSpc>
              <a:spcBef>
                <a:spcPts val="0"/>
              </a:spcBef>
              <a:spcAft>
                <a:spcPts val="100"/>
              </a:spcAft>
              <a:defRPr>
                <a:solidFill>
                  <a:schemeClr val="bg1"/>
                </a:solidFill>
              </a:defRPr>
            </a:lvl1pPr>
            <a:lvl2pPr marL="538163" indent="-80963">
              <a:lnSpc>
                <a:spcPct val="120000"/>
              </a:lnSpc>
              <a:spcBef>
                <a:spcPts val="0"/>
              </a:spcBef>
              <a:spcAft>
                <a:spcPts val="100"/>
              </a:spcAft>
              <a:buFontTx/>
              <a:buBlip>
                <a:blip r:embed="rId3"/>
              </a:buBlip>
              <a:tabLst/>
              <a:defRPr>
                <a:solidFill>
                  <a:schemeClr val="bg1"/>
                </a:solidFill>
              </a:defRPr>
            </a:lvl2pPr>
            <a:lvl3pPr marL="1068388" indent="-153988">
              <a:lnSpc>
                <a:spcPct val="120000"/>
              </a:lnSpc>
              <a:spcBef>
                <a:spcPts val="0"/>
              </a:spcBef>
              <a:spcAft>
                <a:spcPts val="100"/>
              </a:spcAft>
              <a:tabLst/>
              <a:defRPr>
                <a:solidFill>
                  <a:schemeClr val="bg1"/>
                </a:solidFill>
              </a:defRPr>
            </a:lvl3pPr>
            <a:lvl4pPr marL="1516063" indent="-144463">
              <a:lnSpc>
                <a:spcPct val="120000"/>
              </a:lnSpc>
              <a:spcBef>
                <a:spcPts val="0"/>
              </a:spcBef>
              <a:spcAft>
                <a:spcPts val="100"/>
              </a:spcAft>
              <a:tabLst/>
              <a:defRPr>
                <a:solidFill>
                  <a:schemeClr val="bg1"/>
                </a:solidFill>
              </a:defRPr>
            </a:lvl4pPr>
            <a:lvl5pPr marL="1962150" indent="-133350">
              <a:lnSpc>
                <a:spcPct val="120000"/>
              </a:lnSpc>
              <a:spcBef>
                <a:spcPts val="0"/>
              </a:spcBef>
              <a:spcAft>
                <a:spcPts val="100"/>
              </a:spcAft>
              <a:tabLst/>
              <a:defRPr>
                <a:solidFill>
                  <a:schemeClr val="bg1"/>
                </a:solidFill>
              </a:defRPr>
            </a:lvl5pPr>
          </a:lstStyle>
          <a:p>
            <a:pPr lvl="0"/>
            <a:r>
              <a:rPr lang="en-GB" dirty="0"/>
              <a:t>Click to edit</a:t>
            </a:r>
          </a:p>
          <a:p>
            <a:pPr lvl="1"/>
            <a:r>
              <a:rPr lang="en-GB" dirty="0"/>
              <a:t> Second level</a:t>
            </a:r>
          </a:p>
          <a:p>
            <a:pPr lvl="2"/>
            <a:r>
              <a:rPr lang="en-GB" dirty="0"/>
              <a:t>Third level</a:t>
            </a:r>
          </a:p>
          <a:p>
            <a:pPr lvl="3"/>
            <a:r>
              <a:rPr lang="en-GB" dirty="0"/>
              <a:t>Fourth level</a:t>
            </a:r>
          </a:p>
          <a:p>
            <a:pPr lvl="4"/>
            <a:r>
              <a:rPr lang="en-GB" dirty="0"/>
              <a:t>Fifth level</a:t>
            </a:r>
            <a:endParaRPr lang="en-FI" dirty="0"/>
          </a:p>
        </p:txBody>
      </p:sp>
      <p:sp>
        <p:nvSpPr>
          <p:cNvPr id="11" name="Content Placeholder 7">
            <a:extLst>
              <a:ext uri="{FF2B5EF4-FFF2-40B4-BE49-F238E27FC236}">
                <a16:creationId xmlns:a16="http://schemas.microsoft.com/office/drawing/2014/main" id="{D6ACBF4D-E9C2-A14E-A9ED-AC0C14FC3224}"/>
              </a:ext>
            </a:extLst>
          </p:cNvPr>
          <p:cNvSpPr>
            <a:spLocks noGrp="1"/>
          </p:cNvSpPr>
          <p:nvPr>
            <p:ph sz="quarter" idx="16"/>
          </p:nvPr>
        </p:nvSpPr>
        <p:spPr>
          <a:xfrm>
            <a:off x="6281764" y="3300097"/>
            <a:ext cx="5157786" cy="2871950"/>
          </a:xfrm>
          <a:prstGeom prst="rect">
            <a:avLst/>
          </a:prstGeom>
        </p:spPr>
        <p:txBody>
          <a:bodyPr/>
          <a:lstStyle>
            <a:lvl1pPr>
              <a:lnSpc>
                <a:spcPct val="120000"/>
              </a:lnSpc>
              <a:spcBef>
                <a:spcPts val="0"/>
              </a:spcBef>
              <a:spcAft>
                <a:spcPts val="100"/>
              </a:spcAft>
              <a:defRPr>
                <a:solidFill>
                  <a:schemeClr val="bg1"/>
                </a:solidFill>
              </a:defRPr>
            </a:lvl1pPr>
            <a:lvl2pPr marL="538163" indent="-80963">
              <a:lnSpc>
                <a:spcPct val="120000"/>
              </a:lnSpc>
              <a:spcBef>
                <a:spcPts val="0"/>
              </a:spcBef>
              <a:spcAft>
                <a:spcPts val="100"/>
              </a:spcAft>
              <a:buFontTx/>
              <a:buBlip>
                <a:blip r:embed="rId3"/>
              </a:buBlip>
              <a:tabLst/>
              <a:defRPr>
                <a:solidFill>
                  <a:schemeClr val="bg1"/>
                </a:solidFill>
              </a:defRPr>
            </a:lvl2pPr>
            <a:lvl3pPr marL="1068388" indent="-153988">
              <a:lnSpc>
                <a:spcPct val="120000"/>
              </a:lnSpc>
              <a:spcBef>
                <a:spcPts val="0"/>
              </a:spcBef>
              <a:spcAft>
                <a:spcPts val="100"/>
              </a:spcAft>
              <a:tabLst/>
              <a:defRPr>
                <a:solidFill>
                  <a:schemeClr val="bg1"/>
                </a:solidFill>
              </a:defRPr>
            </a:lvl3pPr>
            <a:lvl4pPr marL="1516063" indent="-144463">
              <a:lnSpc>
                <a:spcPct val="120000"/>
              </a:lnSpc>
              <a:spcBef>
                <a:spcPts val="0"/>
              </a:spcBef>
              <a:spcAft>
                <a:spcPts val="100"/>
              </a:spcAft>
              <a:tabLst/>
              <a:defRPr>
                <a:solidFill>
                  <a:schemeClr val="bg1"/>
                </a:solidFill>
              </a:defRPr>
            </a:lvl4pPr>
            <a:lvl5pPr marL="1962150" indent="-133350">
              <a:lnSpc>
                <a:spcPct val="120000"/>
              </a:lnSpc>
              <a:spcBef>
                <a:spcPts val="0"/>
              </a:spcBef>
              <a:spcAft>
                <a:spcPts val="100"/>
              </a:spcAft>
              <a:tabLst/>
              <a:defRPr>
                <a:solidFill>
                  <a:schemeClr val="bg1"/>
                </a:solidFill>
              </a:defRPr>
            </a:lvl5pPr>
          </a:lstStyle>
          <a:p>
            <a:pPr lvl="0"/>
            <a:r>
              <a:rPr lang="en-GB" dirty="0"/>
              <a:t>Click to edit</a:t>
            </a:r>
          </a:p>
          <a:p>
            <a:pPr lvl="1"/>
            <a:r>
              <a:rPr lang="en-GB" dirty="0"/>
              <a:t> Second level</a:t>
            </a:r>
          </a:p>
          <a:p>
            <a:pPr lvl="2"/>
            <a:r>
              <a:rPr lang="en-GB" dirty="0"/>
              <a:t>Third level</a:t>
            </a:r>
          </a:p>
          <a:p>
            <a:pPr lvl="3"/>
            <a:r>
              <a:rPr lang="en-GB" dirty="0"/>
              <a:t>Fourth level</a:t>
            </a:r>
          </a:p>
          <a:p>
            <a:pPr lvl="4"/>
            <a:r>
              <a:rPr lang="en-GB" dirty="0"/>
              <a:t>Fifth level</a:t>
            </a:r>
            <a:endParaRPr lang="en-FI" dirty="0"/>
          </a:p>
        </p:txBody>
      </p:sp>
      <p:sp>
        <p:nvSpPr>
          <p:cNvPr id="4" name="Suorakulmio 9">
            <a:extLst>
              <a:ext uri="{FF2B5EF4-FFF2-40B4-BE49-F238E27FC236}">
                <a16:creationId xmlns:a16="http://schemas.microsoft.com/office/drawing/2014/main" id="{39992F29-7D52-F280-00ED-908EA0925B32}"/>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3" name="Date Placeholder 3">
            <a:extLst>
              <a:ext uri="{FF2B5EF4-FFF2-40B4-BE49-F238E27FC236}">
                <a16:creationId xmlns:a16="http://schemas.microsoft.com/office/drawing/2014/main" id="{598784AE-DFBC-665C-3AD1-172A7F23A8A0}"/>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latin typeface="Open Sans" pitchFamily="2" charset="0"/>
                <a:ea typeface="Open Sans" pitchFamily="2" charset="0"/>
                <a:cs typeface="Open Sans" pitchFamily="2" charset="0"/>
              </a:defRPr>
            </a:lvl1pPr>
          </a:lstStyle>
          <a:p>
            <a:fld id="{70300DB9-4B42-6E40-80AE-7ADC0784D4F0}" type="datetimeFigureOut">
              <a:rPr lang="en-FI" smtClean="0"/>
              <a:pPr/>
              <a:t>11/10/2026</a:t>
            </a:fld>
            <a:endParaRPr lang="en-FI" dirty="0">
              <a:latin typeface="Open Sans" pitchFamily="2" charset="0"/>
              <a:ea typeface="Open Sans" pitchFamily="2" charset="0"/>
              <a:cs typeface="Open Sans" pitchFamily="2" charset="0"/>
            </a:endParaRPr>
          </a:p>
        </p:txBody>
      </p:sp>
      <p:sp>
        <p:nvSpPr>
          <p:cNvPr id="5" name="Footer Placeholder 4">
            <a:extLst>
              <a:ext uri="{FF2B5EF4-FFF2-40B4-BE49-F238E27FC236}">
                <a16:creationId xmlns:a16="http://schemas.microsoft.com/office/drawing/2014/main" id="{0D575097-F986-7ABD-3998-7A19A70DFBD9}"/>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latin typeface="Open Sans" pitchFamily="2" charset="0"/>
                <a:ea typeface="Open Sans" pitchFamily="2" charset="0"/>
                <a:cs typeface="Open Sans" pitchFamily="2" charset="0"/>
              </a:defRPr>
            </a:lvl1pPr>
          </a:lstStyle>
          <a:p>
            <a:endParaRPr lang="en-FI" dirty="0">
              <a:latin typeface="Open Sans" pitchFamily="2" charset="0"/>
              <a:ea typeface="Open Sans" pitchFamily="2" charset="0"/>
              <a:cs typeface="Open Sans" pitchFamily="2" charset="0"/>
            </a:endParaRPr>
          </a:p>
        </p:txBody>
      </p:sp>
      <p:sp>
        <p:nvSpPr>
          <p:cNvPr id="6" name="Slide Number Placeholder 5">
            <a:extLst>
              <a:ext uri="{FF2B5EF4-FFF2-40B4-BE49-F238E27FC236}">
                <a16:creationId xmlns:a16="http://schemas.microsoft.com/office/drawing/2014/main" id="{6102B5B4-2B57-9C2A-75BF-AAC2F555EC3E}"/>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latin typeface="Open Sans" pitchFamily="2" charset="0"/>
                <a:ea typeface="Open Sans" pitchFamily="2" charset="0"/>
                <a:cs typeface="Open Sans" pitchFamily="2" charset="0"/>
              </a:defRPr>
            </a:lvl1pPr>
          </a:lstStyle>
          <a:p>
            <a:fld id="{2E4D9B10-9C00-6349-8257-91F396520E22}" type="slidenum">
              <a:rPr lang="en-FI" smtClean="0"/>
              <a:pPr/>
              <a:t>‹#›</a:t>
            </a:fld>
            <a:endParaRPr lang="en-FI">
              <a:latin typeface="Open Sans" pitchFamily="2" charset="0"/>
              <a:ea typeface="Open Sans" pitchFamily="2" charset="0"/>
              <a:cs typeface="Open Sans" pitchFamily="2" charset="0"/>
            </a:endParaRPr>
          </a:p>
        </p:txBody>
      </p:sp>
    </p:spTree>
    <p:extLst>
      <p:ext uri="{BB962C8B-B14F-4D97-AF65-F5344CB8AC3E}">
        <p14:creationId xmlns:p14="http://schemas.microsoft.com/office/powerpoint/2010/main" val="98958474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White | Fern Table">
    <p:spTree>
      <p:nvGrpSpPr>
        <p:cNvPr id="1" name=""/>
        <p:cNvGrpSpPr/>
        <p:nvPr/>
      </p:nvGrpSpPr>
      <p:grpSpPr>
        <a:xfrm>
          <a:off x="0" y="0"/>
          <a:ext cx="0" cy="0"/>
          <a:chOff x="0" y="0"/>
          <a:chExt cx="0" cy="0"/>
        </a:xfrm>
      </p:grpSpPr>
      <p:pic>
        <p:nvPicPr>
          <p:cNvPr id="2" name="Kuva 19">
            <a:extLst>
              <a:ext uri="{FF2B5EF4-FFF2-40B4-BE49-F238E27FC236}">
                <a16:creationId xmlns:a16="http://schemas.microsoft.com/office/drawing/2014/main" id="{DFEB72D8-2893-5A44-B0C0-6EA287107684}"/>
              </a:ext>
            </a:extLst>
          </p:cNvPr>
          <p:cNvPicPr>
            <a:picLocks noChangeAspect="1"/>
          </p:cNvPicPr>
          <p:nvPr userDrawn="1"/>
        </p:nvPicPr>
        <p:blipFill>
          <a:blip r:embed="rId2" cstate="email">
            <a:extLst>
              <a:ext uri="{28A0092B-C50C-407E-A947-70E740481C1C}">
                <a14:useLocalDpi xmlns:a14="http://schemas.microsoft.com/office/drawing/2010/main"/>
              </a:ext>
            </a:extLst>
          </a:blip>
          <a:srcRect/>
          <a:stretch/>
        </p:blipFill>
        <p:spPr>
          <a:xfrm>
            <a:off x="0" y="0"/>
            <a:ext cx="12180711" cy="6851649"/>
          </a:xfrm>
          <a:prstGeom prst="rect">
            <a:avLst/>
          </a:prstGeom>
        </p:spPr>
      </p:pic>
      <p:sp>
        <p:nvSpPr>
          <p:cNvPr id="7" name="Otsikko 6">
            <a:extLst>
              <a:ext uri="{FF2B5EF4-FFF2-40B4-BE49-F238E27FC236}">
                <a16:creationId xmlns:a16="http://schemas.microsoft.com/office/drawing/2014/main" id="{9078949D-D458-B94D-94E1-C0C946155902}"/>
              </a:ext>
            </a:extLst>
          </p:cNvPr>
          <p:cNvSpPr>
            <a:spLocks noGrp="1"/>
          </p:cNvSpPr>
          <p:nvPr>
            <p:ph type="title"/>
          </p:nvPr>
        </p:nvSpPr>
        <p:spPr>
          <a:xfrm>
            <a:off x="897031" y="1861250"/>
            <a:ext cx="10515600" cy="468479"/>
          </a:xfrm>
        </p:spPr>
        <p:txBody>
          <a:bodyPr anchor="t"/>
          <a:lstStyle/>
          <a:p>
            <a:r>
              <a:rPr lang="en-GB" dirty="0"/>
              <a:t>Click to edit</a:t>
            </a:r>
            <a:endParaRPr lang="fi-FI" dirty="0"/>
          </a:p>
        </p:txBody>
      </p:sp>
      <p:sp>
        <p:nvSpPr>
          <p:cNvPr id="9" name="Tekstin paikkamerkki 4">
            <a:extLst>
              <a:ext uri="{FF2B5EF4-FFF2-40B4-BE49-F238E27FC236}">
                <a16:creationId xmlns:a16="http://schemas.microsoft.com/office/drawing/2014/main" id="{8A7D4283-E5BA-A741-810C-A5A2A1A52958}"/>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8" name="Table Placeholder 3">
            <a:extLst>
              <a:ext uri="{FF2B5EF4-FFF2-40B4-BE49-F238E27FC236}">
                <a16:creationId xmlns:a16="http://schemas.microsoft.com/office/drawing/2014/main" id="{6AB38C10-A2A9-1149-B7DE-E64A61BD80E6}"/>
              </a:ext>
            </a:extLst>
          </p:cNvPr>
          <p:cNvSpPr>
            <a:spLocks noGrp="1"/>
          </p:cNvSpPr>
          <p:nvPr>
            <p:ph type="tbl" sz="quarter" idx="12"/>
          </p:nvPr>
        </p:nvSpPr>
        <p:spPr>
          <a:xfrm>
            <a:off x="896938" y="2525287"/>
            <a:ext cx="10515599" cy="3640382"/>
          </a:xfrm>
          <a:prstGeom prst="rect">
            <a:avLst/>
          </a:prstGeom>
        </p:spPr>
        <p:txBody>
          <a:bodyPr/>
          <a:lstStyle>
            <a:lvl1pPr>
              <a:spcBef>
                <a:spcPts val="0"/>
              </a:spcBef>
              <a:defRPr/>
            </a:lvl1pPr>
          </a:lstStyle>
          <a:p>
            <a:r>
              <a:rPr lang="en-GB" dirty="0"/>
              <a:t>Click icon to add table</a:t>
            </a:r>
            <a:endParaRPr lang="en-FI" dirty="0"/>
          </a:p>
        </p:txBody>
      </p:sp>
      <p:sp>
        <p:nvSpPr>
          <p:cNvPr id="11" name="Suorakulmio 9">
            <a:extLst>
              <a:ext uri="{FF2B5EF4-FFF2-40B4-BE49-F238E27FC236}">
                <a16:creationId xmlns:a16="http://schemas.microsoft.com/office/drawing/2014/main" id="{482E4762-13F3-C2A5-BF98-85F347E40625}"/>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3" name="Date Placeholder 3">
            <a:extLst>
              <a:ext uri="{FF2B5EF4-FFF2-40B4-BE49-F238E27FC236}">
                <a16:creationId xmlns:a16="http://schemas.microsoft.com/office/drawing/2014/main" id="{E4BD02BE-9ACF-DDB1-20FE-F3997C3D7DA2}"/>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4" name="Footer Placeholder 4">
            <a:extLst>
              <a:ext uri="{FF2B5EF4-FFF2-40B4-BE49-F238E27FC236}">
                <a16:creationId xmlns:a16="http://schemas.microsoft.com/office/drawing/2014/main" id="{94A75B1C-3014-5A76-F3EB-5826B2D0E063}"/>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5" name="Slide Number Placeholder 5">
            <a:extLst>
              <a:ext uri="{FF2B5EF4-FFF2-40B4-BE49-F238E27FC236}">
                <a16:creationId xmlns:a16="http://schemas.microsoft.com/office/drawing/2014/main" id="{473B56B7-1749-6666-A222-5AF6BFBAC19D}"/>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2343025080"/>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White | Cowberry Chart">
    <p:spTree>
      <p:nvGrpSpPr>
        <p:cNvPr id="1" name=""/>
        <p:cNvGrpSpPr/>
        <p:nvPr/>
      </p:nvGrpSpPr>
      <p:grpSpPr>
        <a:xfrm>
          <a:off x="0" y="0"/>
          <a:ext cx="0" cy="0"/>
          <a:chOff x="0" y="0"/>
          <a:chExt cx="0" cy="0"/>
        </a:xfrm>
      </p:grpSpPr>
      <p:pic>
        <p:nvPicPr>
          <p:cNvPr id="5" name="Kuva 4">
            <a:extLst>
              <a:ext uri="{FF2B5EF4-FFF2-40B4-BE49-F238E27FC236}">
                <a16:creationId xmlns:a16="http://schemas.microsoft.com/office/drawing/2014/main" id="{257891E5-E585-AE47-A825-164A41F4A27D}"/>
              </a:ext>
            </a:extLst>
          </p:cNvPr>
          <p:cNvPicPr>
            <a:picLocks noChangeAspect="1"/>
          </p:cNvPicPr>
          <p:nvPr/>
        </p:nvPicPr>
        <p:blipFill>
          <a:blip r:embed="rId2" cstate="email">
            <a:extLst>
              <a:ext uri="{28A0092B-C50C-407E-A947-70E740481C1C}">
                <a14:useLocalDpi xmlns:a14="http://schemas.microsoft.com/office/drawing/2010/main"/>
              </a:ext>
            </a:extLst>
          </a:blip>
          <a:srcRect/>
          <a:stretch/>
        </p:blipFill>
        <p:spPr>
          <a:xfrm>
            <a:off x="5644" y="6350"/>
            <a:ext cx="12180711" cy="6851650"/>
          </a:xfrm>
          <a:prstGeom prst="rect">
            <a:avLst/>
          </a:prstGeom>
        </p:spPr>
      </p:pic>
      <p:sp>
        <p:nvSpPr>
          <p:cNvPr id="7" name="Otsikko 6">
            <a:extLst>
              <a:ext uri="{FF2B5EF4-FFF2-40B4-BE49-F238E27FC236}">
                <a16:creationId xmlns:a16="http://schemas.microsoft.com/office/drawing/2014/main" id="{9078949D-D458-B94D-94E1-C0C946155902}"/>
              </a:ext>
            </a:extLst>
          </p:cNvPr>
          <p:cNvSpPr>
            <a:spLocks noGrp="1"/>
          </p:cNvSpPr>
          <p:nvPr>
            <p:ph type="title"/>
          </p:nvPr>
        </p:nvSpPr>
        <p:spPr>
          <a:xfrm>
            <a:off x="897031" y="1861250"/>
            <a:ext cx="10515600" cy="468479"/>
          </a:xfrm>
        </p:spPr>
        <p:txBody>
          <a:bodyPr anchor="t"/>
          <a:lstStyle/>
          <a:p>
            <a:r>
              <a:rPr lang="en-GB" dirty="0"/>
              <a:t>Click to edit</a:t>
            </a:r>
            <a:endParaRPr lang="fi-FI" dirty="0"/>
          </a:p>
        </p:txBody>
      </p:sp>
      <p:pic>
        <p:nvPicPr>
          <p:cNvPr id="6" name="Kuva 5" descr="Kuva, joka sisältää kohteen piirtäminen&#10;&#10;Kuvaus luotu automaattisesti">
            <a:extLst>
              <a:ext uri="{FF2B5EF4-FFF2-40B4-BE49-F238E27FC236}">
                <a16:creationId xmlns:a16="http://schemas.microsoft.com/office/drawing/2014/main" id="{C037CC56-6CC1-BD4A-AC03-D6D6FB883E0A}"/>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9" name="Tekstin paikkamerkki 4">
            <a:extLst>
              <a:ext uri="{FF2B5EF4-FFF2-40B4-BE49-F238E27FC236}">
                <a16:creationId xmlns:a16="http://schemas.microsoft.com/office/drawing/2014/main" id="{3FB4F49D-00F0-BE43-89D8-EA3AD63BB732}"/>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2" name="Suorakulmio 9">
            <a:extLst>
              <a:ext uri="{FF2B5EF4-FFF2-40B4-BE49-F238E27FC236}">
                <a16:creationId xmlns:a16="http://schemas.microsoft.com/office/drawing/2014/main" id="{9AA69884-66D0-B3C4-0FF7-FABA1EC4BB47}"/>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3" name="Date Placeholder 3">
            <a:extLst>
              <a:ext uri="{FF2B5EF4-FFF2-40B4-BE49-F238E27FC236}">
                <a16:creationId xmlns:a16="http://schemas.microsoft.com/office/drawing/2014/main" id="{D29B12ED-E495-D097-5A16-DCF69DF04E64}"/>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4" name="Footer Placeholder 4">
            <a:extLst>
              <a:ext uri="{FF2B5EF4-FFF2-40B4-BE49-F238E27FC236}">
                <a16:creationId xmlns:a16="http://schemas.microsoft.com/office/drawing/2014/main" id="{7075468F-0AEE-A64B-3267-ED0F624F5DEB}"/>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10" name="Slide Number Placeholder 5">
            <a:extLst>
              <a:ext uri="{FF2B5EF4-FFF2-40B4-BE49-F238E27FC236}">
                <a16:creationId xmlns:a16="http://schemas.microsoft.com/office/drawing/2014/main" id="{C850D628-7F33-2DB8-720D-CF111E420BB1}"/>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11" name="Table Placeholder 3">
            <a:extLst>
              <a:ext uri="{FF2B5EF4-FFF2-40B4-BE49-F238E27FC236}">
                <a16:creationId xmlns:a16="http://schemas.microsoft.com/office/drawing/2014/main" id="{0A5AB465-2A57-2390-FDC8-B05FEBD1FD0D}"/>
              </a:ext>
            </a:extLst>
          </p:cNvPr>
          <p:cNvSpPr>
            <a:spLocks noGrp="1"/>
          </p:cNvSpPr>
          <p:nvPr>
            <p:ph type="tbl" sz="quarter" idx="12" hasCustomPrompt="1"/>
          </p:nvPr>
        </p:nvSpPr>
        <p:spPr>
          <a:xfrm>
            <a:off x="896938" y="2525287"/>
            <a:ext cx="10515599" cy="3640382"/>
          </a:xfrm>
          <a:prstGeom prst="rect">
            <a:avLst/>
          </a:prstGeom>
        </p:spPr>
        <p:txBody>
          <a:bodyPr/>
          <a:lstStyle>
            <a:lvl1pPr>
              <a:spcBef>
                <a:spcPts val="0"/>
              </a:spcBef>
              <a:defRPr/>
            </a:lvl1pPr>
          </a:lstStyle>
          <a:p>
            <a:r>
              <a:rPr lang="en-GB" dirty="0"/>
              <a:t>Click icon to add chart</a:t>
            </a:r>
            <a:endParaRPr lang="en-FI" dirty="0"/>
          </a:p>
        </p:txBody>
      </p:sp>
    </p:spTree>
    <p:extLst>
      <p:ext uri="{BB962C8B-B14F-4D97-AF65-F5344CB8AC3E}">
        <p14:creationId xmlns:p14="http://schemas.microsoft.com/office/powerpoint/2010/main" val="32833617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White background">
    <p:spTree>
      <p:nvGrpSpPr>
        <p:cNvPr id="1" name=""/>
        <p:cNvGrpSpPr/>
        <p:nvPr/>
      </p:nvGrpSpPr>
      <p:grpSpPr>
        <a:xfrm>
          <a:off x="0" y="0"/>
          <a:ext cx="0" cy="0"/>
          <a:chOff x="0" y="0"/>
          <a:chExt cx="0" cy="0"/>
        </a:xfrm>
      </p:grpSpPr>
      <p:pic>
        <p:nvPicPr>
          <p:cNvPr id="7" name="Kuva 6">
            <a:extLst>
              <a:ext uri="{FF2B5EF4-FFF2-40B4-BE49-F238E27FC236}">
                <a16:creationId xmlns:a16="http://schemas.microsoft.com/office/drawing/2014/main" id="{A20787FC-2D7F-194E-B898-AC078B20DE87}"/>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0674178" y="270824"/>
            <a:ext cx="1040968" cy="458829"/>
          </a:xfrm>
          <a:prstGeom prst="rect">
            <a:avLst/>
          </a:prstGeom>
        </p:spPr>
      </p:pic>
      <p:sp>
        <p:nvSpPr>
          <p:cNvPr id="8" name="Suorakulmio 7">
            <a:extLst>
              <a:ext uri="{FF2B5EF4-FFF2-40B4-BE49-F238E27FC236}">
                <a16:creationId xmlns:a16="http://schemas.microsoft.com/office/drawing/2014/main" id="{96644008-089B-F241-B51A-EA520BB1C3CE}"/>
              </a:ext>
            </a:extLst>
          </p:cNvPr>
          <p:cNvSpPr/>
          <p:nvPr/>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9" name="Tekstin paikkamerkki 4">
            <a:extLst>
              <a:ext uri="{FF2B5EF4-FFF2-40B4-BE49-F238E27FC236}">
                <a16:creationId xmlns:a16="http://schemas.microsoft.com/office/drawing/2014/main" id="{D09E3541-5339-9849-9EE9-D36FCDA3BAA7}"/>
              </a:ext>
            </a:extLst>
          </p:cNvPr>
          <p:cNvSpPr>
            <a:spLocks noGrp="1"/>
          </p:cNvSpPr>
          <p:nvPr>
            <p:ph type="body" sz="quarter" idx="11" hasCustomPrompt="1"/>
          </p:nvPr>
        </p:nvSpPr>
        <p:spPr>
          <a:xfrm>
            <a:off x="1774825" y="1544491"/>
            <a:ext cx="9637806" cy="205974"/>
          </a:xfrm>
          <a:prstGeom prst="rect">
            <a:avLst/>
          </a:prstGeom>
        </p:spPr>
        <p:txBody>
          <a:bodyPr lIns="0" bIns="46800" anchor="ctr" anchorCtr="0">
            <a:noAutofit/>
          </a:bodyPr>
          <a:lstStyle>
            <a:lvl1pPr marL="0" indent="0">
              <a:buFontTx/>
              <a:buNone/>
              <a:defRPr sz="1400" b="0"/>
            </a:lvl1pPr>
          </a:lstStyle>
          <a:p>
            <a:pPr lvl="0"/>
            <a:r>
              <a:rPr lang="en-GB" dirty="0"/>
              <a:t>CLICK TO EDIT</a:t>
            </a:r>
          </a:p>
        </p:txBody>
      </p:sp>
      <p:sp>
        <p:nvSpPr>
          <p:cNvPr id="10" name="Otsikko 6">
            <a:extLst>
              <a:ext uri="{FF2B5EF4-FFF2-40B4-BE49-F238E27FC236}">
                <a16:creationId xmlns:a16="http://schemas.microsoft.com/office/drawing/2014/main" id="{FC835087-F56A-C242-A8CA-7F848F3DEAD1}"/>
              </a:ext>
            </a:extLst>
          </p:cNvPr>
          <p:cNvSpPr>
            <a:spLocks noGrp="1"/>
          </p:cNvSpPr>
          <p:nvPr>
            <p:ph type="title"/>
          </p:nvPr>
        </p:nvSpPr>
        <p:spPr>
          <a:xfrm>
            <a:off x="897031" y="937292"/>
            <a:ext cx="10515600" cy="468479"/>
          </a:xfrm>
        </p:spPr>
        <p:txBody>
          <a:bodyPr/>
          <a:lstStyle/>
          <a:p>
            <a:r>
              <a:rPr lang="en-GB" dirty="0"/>
              <a:t>Click to edit</a:t>
            </a:r>
            <a:endParaRPr lang="fi-FI" dirty="0"/>
          </a:p>
        </p:txBody>
      </p:sp>
      <p:sp>
        <p:nvSpPr>
          <p:cNvPr id="12" name="Text Placeholder 2">
            <a:extLst>
              <a:ext uri="{FF2B5EF4-FFF2-40B4-BE49-F238E27FC236}">
                <a16:creationId xmlns:a16="http://schemas.microsoft.com/office/drawing/2014/main" id="{AF382A5A-6EB5-7544-ABB3-79FA2E1FE468}"/>
              </a:ext>
            </a:extLst>
          </p:cNvPr>
          <p:cNvSpPr>
            <a:spLocks noGrp="1"/>
          </p:cNvSpPr>
          <p:nvPr>
            <p:ph type="body" sz="quarter" idx="13"/>
          </p:nvPr>
        </p:nvSpPr>
        <p:spPr>
          <a:xfrm>
            <a:off x="1702526" y="1927066"/>
            <a:ext cx="9710105" cy="4238603"/>
          </a:xfrm>
          <a:prstGeom prst="rect">
            <a:avLst/>
          </a:prstGeom>
        </p:spPr>
        <p:txBody>
          <a:bodyPr/>
          <a:lstStyle>
            <a:lvl1pPr>
              <a:lnSpc>
                <a:spcPct val="120000"/>
              </a:lnSpc>
              <a:defRPr/>
            </a:lvl1pPr>
            <a:lvl2pPr marL="742950" indent="-285750">
              <a:lnSpc>
                <a:spcPct val="120000"/>
              </a:lnSpc>
              <a:buFontTx/>
              <a:buBlip>
                <a:blip r:embed="rId3"/>
              </a:buBlip>
              <a:defRPr/>
            </a:lvl2pPr>
            <a:lvl3pPr>
              <a:lnSpc>
                <a:spcPct val="120000"/>
              </a:lnSpc>
              <a:defRPr/>
            </a:lvl3pPr>
            <a:lvl4pPr>
              <a:lnSpc>
                <a:spcPct val="120000"/>
              </a:lnSpc>
              <a:defRPr/>
            </a:lvl4pPr>
            <a:lvl5pPr>
              <a:lnSpc>
                <a:spcPct val="120000"/>
              </a:lnSpc>
              <a:defRPr/>
            </a:lvl5p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p:txBody>
      </p:sp>
      <p:sp>
        <p:nvSpPr>
          <p:cNvPr id="2" name="Date Placeholder 3">
            <a:extLst>
              <a:ext uri="{FF2B5EF4-FFF2-40B4-BE49-F238E27FC236}">
                <a16:creationId xmlns:a16="http://schemas.microsoft.com/office/drawing/2014/main" id="{F4C5F25E-6786-CEDD-2101-2BD2E437137D}"/>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3" name="Footer Placeholder 4">
            <a:extLst>
              <a:ext uri="{FF2B5EF4-FFF2-40B4-BE49-F238E27FC236}">
                <a16:creationId xmlns:a16="http://schemas.microsoft.com/office/drawing/2014/main" id="{7AD855AD-6167-E62D-A372-3C072D369ED9}"/>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4" name="Slide Number Placeholder 5">
            <a:extLst>
              <a:ext uri="{FF2B5EF4-FFF2-40B4-BE49-F238E27FC236}">
                <a16:creationId xmlns:a16="http://schemas.microsoft.com/office/drawing/2014/main" id="{C3A90F1A-B03E-7D94-254B-1D080E70BCAD}"/>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Tree>
    <p:extLst>
      <p:ext uri="{BB962C8B-B14F-4D97-AF65-F5344CB8AC3E}">
        <p14:creationId xmlns:p14="http://schemas.microsoft.com/office/powerpoint/2010/main" val="3271098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2.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6" Type="http://schemas.openxmlformats.org/officeDocument/2006/relationships/image" Target="../media/image3.png"/><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image" Target="../media/image2.png"/><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image" Target="../media/image8.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theme" Target="../theme/theme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6" Type="http://schemas.openxmlformats.org/officeDocument/2006/relationships/image" Target="../media/image3.pn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image" Target="../media/image2.png"/><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Otsikon paikkamerkki 1">
            <a:extLst>
              <a:ext uri="{FF2B5EF4-FFF2-40B4-BE49-F238E27FC236}">
                <a16:creationId xmlns:a16="http://schemas.microsoft.com/office/drawing/2014/main" id="{7737077E-75BF-2D47-8119-523F6C5BDBB9}"/>
              </a:ext>
            </a:extLst>
          </p:cNvPr>
          <p:cNvSpPr>
            <a:spLocks noGrp="1"/>
          </p:cNvSpPr>
          <p:nvPr>
            <p:ph type="title"/>
          </p:nvPr>
        </p:nvSpPr>
        <p:spPr>
          <a:xfrm>
            <a:off x="897031" y="1862217"/>
            <a:ext cx="10515600" cy="468479"/>
          </a:xfrm>
          <a:prstGeom prst="rect">
            <a:avLst/>
          </a:prstGeom>
        </p:spPr>
        <p:txBody>
          <a:bodyPr vert="horz" lIns="91440" tIns="45720" rIns="91440" bIns="45720" rtlCol="0" anchor="t">
            <a:normAutofit/>
          </a:bodyPr>
          <a:lstStyle/>
          <a:p>
            <a:r>
              <a:rPr lang="en-US" noProof="0" dirty="0"/>
              <a:t>Click to edit</a:t>
            </a:r>
          </a:p>
        </p:txBody>
      </p:sp>
      <p:sp>
        <p:nvSpPr>
          <p:cNvPr id="8" name="Suorakulmio 7">
            <a:extLst>
              <a:ext uri="{FF2B5EF4-FFF2-40B4-BE49-F238E27FC236}">
                <a16:creationId xmlns:a16="http://schemas.microsoft.com/office/drawing/2014/main" id="{1F321E91-2DA2-C34F-8B08-32A73593A20E}"/>
              </a:ext>
            </a:extLst>
          </p:cNvPr>
          <p:cNvSpPr/>
          <p:nvPr userDrawn="1"/>
        </p:nvSpPr>
        <p:spPr>
          <a:xfrm>
            <a:off x="1012073" y="1608159"/>
            <a:ext cx="520001" cy="108000"/>
          </a:xfrm>
          <a:prstGeom prst="rect">
            <a:avLst/>
          </a:prstGeom>
          <a:solidFill>
            <a:srgbClr val="23B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i-FI" b="0" i="0" dirty="0">
              <a:latin typeface="Open Sans" pitchFamily="2" charset="0"/>
            </a:endParaRPr>
          </a:p>
        </p:txBody>
      </p:sp>
      <p:sp>
        <p:nvSpPr>
          <p:cNvPr id="9" name="Tekstin paikkamerkki 2">
            <a:extLst>
              <a:ext uri="{FF2B5EF4-FFF2-40B4-BE49-F238E27FC236}">
                <a16:creationId xmlns:a16="http://schemas.microsoft.com/office/drawing/2014/main" id="{1EF007A8-E6C6-294B-AEAF-18EE38C1CEB9}"/>
              </a:ext>
            </a:extLst>
          </p:cNvPr>
          <p:cNvSpPr>
            <a:spLocks noGrp="1"/>
          </p:cNvSpPr>
          <p:nvPr>
            <p:ph type="body" idx="1"/>
          </p:nvPr>
        </p:nvSpPr>
        <p:spPr>
          <a:xfrm>
            <a:off x="1676400" y="2525801"/>
            <a:ext cx="9736231" cy="3639868"/>
          </a:xfrm>
          <a:prstGeom prst="rect">
            <a:avLst/>
          </a:prstGeom>
        </p:spPr>
        <p:txBody>
          <a:bodyPr vert="horz" lIns="91440" tIns="45720" rIns="91440" bIns="45720" rtlCol="0">
            <a:norm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a:p>
            <a:pPr lvl="0"/>
            <a:endParaRPr lang="fi-FI" dirty="0"/>
          </a:p>
        </p:txBody>
      </p:sp>
      <p:pic>
        <p:nvPicPr>
          <p:cNvPr id="3" name="Kuva 5">
            <a:extLst>
              <a:ext uri="{FF2B5EF4-FFF2-40B4-BE49-F238E27FC236}">
                <a16:creationId xmlns:a16="http://schemas.microsoft.com/office/drawing/2014/main" id="{AF5D6A84-B3FD-0A6E-68DD-C2E26F7254AD}"/>
              </a:ext>
            </a:extLst>
          </p:cNvPr>
          <p:cNvPicPr>
            <a:picLocks noChangeAspect="1"/>
          </p:cNvPicPr>
          <p:nvPr userDrawn="1"/>
        </p:nvPicPr>
        <p:blipFill>
          <a:blip r:embed="rId20" cstate="email">
            <a:extLst>
              <a:ext uri="{28A0092B-C50C-407E-A947-70E740481C1C}">
                <a14:useLocalDpi xmlns:a14="http://schemas.microsoft.com/office/drawing/2010/main"/>
              </a:ext>
            </a:extLst>
          </a:blip>
          <a:stretch>
            <a:fillRect/>
          </a:stretch>
        </p:blipFill>
        <p:spPr>
          <a:xfrm>
            <a:off x="10674178" y="270824"/>
            <a:ext cx="1040968" cy="458829"/>
          </a:xfrm>
          <a:prstGeom prst="rect">
            <a:avLst/>
          </a:prstGeom>
        </p:spPr>
      </p:pic>
      <p:sp>
        <p:nvSpPr>
          <p:cNvPr id="5" name="Date Placeholder 3">
            <a:extLst>
              <a:ext uri="{FF2B5EF4-FFF2-40B4-BE49-F238E27FC236}">
                <a16:creationId xmlns:a16="http://schemas.microsoft.com/office/drawing/2014/main" id="{CF6DE01E-0BDE-306D-8EDD-73325D9B123A}"/>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6" name="Footer Placeholder 4">
            <a:extLst>
              <a:ext uri="{FF2B5EF4-FFF2-40B4-BE49-F238E27FC236}">
                <a16:creationId xmlns:a16="http://schemas.microsoft.com/office/drawing/2014/main" id="{4249E10F-0D1E-43D2-47FA-1A1F590C199A}"/>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7" name="Slide Number Placeholder 5">
            <a:extLst>
              <a:ext uri="{FF2B5EF4-FFF2-40B4-BE49-F238E27FC236}">
                <a16:creationId xmlns:a16="http://schemas.microsoft.com/office/drawing/2014/main" id="{43D899D2-7642-DBA8-83D5-C867493C3B95}"/>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10" name="TextBox 9">
            <a:extLst>
              <a:ext uri="{FF2B5EF4-FFF2-40B4-BE49-F238E27FC236}">
                <a16:creationId xmlns:a16="http://schemas.microsoft.com/office/drawing/2014/main" id="{DA24FEF8-5857-B584-6CF1-92DE962EEEB6}"/>
              </a:ext>
            </a:extLst>
          </p:cNvPr>
          <p:cNvSpPr txBox="1"/>
          <p:nvPr userDrawn="1">
            <p:extLst>
              <p:ext uri="{1162E1C5-73C7-4A58-AE30-91384D911F3F}">
                <p184:classification xmlns:p184="http://schemas.microsoft.com/office/powerpoint/2018/4/main" val="ftr"/>
              </p:ext>
            </p:extLst>
          </p:nvPr>
        </p:nvSpPr>
        <p:spPr>
          <a:xfrm>
            <a:off x="63500" y="6642100"/>
            <a:ext cx="2614613" cy="138499"/>
          </a:xfrm>
          <a:prstGeom prst="rect">
            <a:avLst/>
          </a:prstGeom>
        </p:spPr>
        <p:txBody>
          <a:bodyPr horzOverflow="overflow" wrap="square" lIns="0" tIns="0" rIns="0" bIns="0">
            <a:spAutoFit/>
          </a:bodyPr>
          <a:lstStyle/>
          <a:p>
            <a:pPr algn="l"/>
            <a:r>
              <a:rPr lang="en-FI" sz="900" dirty="0">
                <a:solidFill>
                  <a:srgbClr val="000000">
                    <a:alpha val="50000"/>
                  </a:srgbClr>
                </a:solidFill>
                <a:latin typeface="Open Sans" pitchFamily="2" charset="0"/>
                <a:ea typeface="Open Sans" pitchFamily="2" charset="0"/>
                <a:cs typeface="Open Sans" pitchFamily="2" charset="0"/>
              </a:rPr>
              <a:t>LUT Group Confidential - Other information (3Y)</a:t>
            </a:r>
          </a:p>
        </p:txBody>
      </p:sp>
    </p:spTree>
    <p:extLst>
      <p:ext uri="{BB962C8B-B14F-4D97-AF65-F5344CB8AC3E}">
        <p14:creationId xmlns:p14="http://schemas.microsoft.com/office/powerpoint/2010/main" val="488236282"/>
      </p:ext>
    </p:extLst>
  </p:cSld>
  <p:clrMap bg1="dk1" tx1="lt1" bg2="dk2" tx2="lt2" accent1="accent1" accent2="accent2" accent3="accent3" accent4="accent4" accent5="accent5" accent6="accent6" hlink="hlink" folHlink="folHlink"/>
  <p:sldLayoutIdLst>
    <p:sldLayoutId id="2147483742" r:id="rId1"/>
    <p:sldLayoutId id="2147483682" r:id="rId2"/>
    <p:sldLayoutId id="2147483743" r:id="rId3"/>
    <p:sldLayoutId id="2147483685" r:id="rId4"/>
    <p:sldLayoutId id="2147483732" r:id="rId5"/>
    <p:sldLayoutId id="2147483733" r:id="rId6"/>
    <p:sldLayoutId id="2147483734" r:id="rId7"/>
    <p:sldLayoutId id="2147483687" r:id="rId8"/>
    <p:sldLayoutId id="2147483688" r:id="rId9"/>
    <p:sldLayoutId id="2147483689" r:id="rId10"/>
    <p:sldLayoutId id="2147483690" r:id="rId11"/>
    <p:sldLayoutId id="2147483691" r:id="rId12"/>
    <p:sldLayoutId id="2147483739" r:id="rId13"/>
    <p:sldLayoutId id="2147483703" r:id="rId14"/>
    <p:sldLayoutId id="2147483736" r:id="rId15"/>
    <p:sldLayoutId id="2147483741" r:id="rId16"/>
    <p:sldLayoutId id="2147483704" r:id="rId17"/>
    <p:sldLayoutId id="2147483683" r:id="rId18"/>
  </p:sldLayoutIdLst>
  <p:txStyles>
    <p:titleStyle>
      <a:lvl1pPr algn="l" defTabSz="914400" rtl="0" eaLnBrk="1" latinLnBrk="0" hangingPunct="1">
        <a:lnSpc>
          <a:spcPct val="90000"/>
        </a:lnSpc>
        <a:spcBef>
          <a:spcPct val="0"/>
        </a:spcBef>
        <a:buNone/>
        <a:defRPr sz="3500" b="1" i="0" kern="1200" cap="all" baseline="0">
          <a:solidFill>
            <a:schemeClr val="bg1"/>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120000"/>
        </a:lnSpc>
        <a:spcBef>
          <a:spcPts val="1000"/>
        </a:spcBef>
        <a:spcAft>
          <a:spcPts val="100"/>
        </a:spcAft>
        <a:buClr>
          <a:srgbClr val="23B900"/>
        </a:buClr>
        <a:buSzPct val="100000"/>
        <a:buFontTx/>
        <a:buBlip>
          <a:blip r:embed="rId21"/>
        </a:buBlip>
        <a:defRPr sz="1800" b="0" i="0" kern="1200" baseline="0">
          <a:solidFill>
            <a:schemeClr val="bg1"/>
          </a:solidFill>
          <a:latin typeface="Open Sans" pitchFamily="2" charset="0"/>
          <a:ea typeface="Open Sans" pitchFamily="2" charset="0"/>
          <a:cs typeface="Open Sans" pitchFamily="2" charset="0"/>
        </a:defRPr>
      </a:lvl1pPr>
      <a:lvl2pPr marL="742950" marR="0" indent="-285750" algn="l" defTabSz="914400" rtl="0" eaLnBrk="1" fontAlgn="auto" latinLnBrk="0" hangingPunct="1">
        <a:lnSpc>
          <a:spcPct val="120000"/>
        </a:lnSpc>
        <a:spcBef>
          <a:spcPts val="200"/>
        </a:spcBef>
        <a:spcAft>
          <a:spcPts val="100"/>
        </a:spcAft>
        <a:buClr>
          <a:srgbClr val="23B900"/>
        </a:buClr>
        <a:buSzTx/>
        <a:buFontTx/>
        <a:buBlip>
          <a:blip r:embed="rId22"/>
        </a:buBlip>
        <a:tabLst/>
        <a:defRPr sz="1500" kern="1200" baseline="0">
          <a:solidFill>
            <a:schemeClr val="bg1"/>
          </a:solidFill>
          <a:latin typeface="Open Sans" pitchFamily="2" charset="0"/>
          <a:ea typeface="Open Sans" pitchFamily="2" charset="0"/>
          <a:cs typeface="Open Sans" pitchFamily="2" charset="0"/>
        </a:defRPr>
      </a:lvl2pPr>
      <a:lvl3pPr marL="1143000" indent="-228600" algn="l" defTabSz="914400" rtl="0" eaLnBrk="1" latinLnBrk="0" hangingPunct="1">
        <a:lnSpc>
          <a:spcPct val="120000"/>
        </a:lnSpc>
        <a:spcBef>
          <a:spcPts val="500"/>
        </a:spcBef>
        <a:spcAft>
          <a:spcPts val="100"/>
        </a:spcAft>
        <a:buClr>
          <a:srgbClr val="23B900"/>
        </a:buClr>
        <a:buFont typeface="Wingdings" pitchFamily="2" charset="2"/>
        <a:buChar char="§"/>
        <a:defRPr sz="1200" kern="1200" baseline="0">
          <a:solidFill>
            <a:schemeClr val="bg1"/>
          </a:solidFill>
          <a:latin typeface="Open Sans" pitchFamily="2" charset="0"/>
          <a:ea typeface="Open Sans" pitchFamily="2" charset="0"/>
          <a:cs typeface="Open Sans" pitchFamily="2" charset="0"/>
        </a:defRPr>
      </a:lvl3pPr>
      <a:lvl4pPr marL="1600200" indent="-228600" algn="l" defTabSz="914400" rtl="0" eaLnBrk="1" latinLnBrk="0" hangingPunct="1">
        <a:lnSpc>
          <a:spcPct val="120000"/>
        </a:lnSpc>
        <a:spcBef>
          <a:spcPts val="500"/>
        </a:spcBef>
        <a:spcAft>
          <a:spcPts val="100"/>
        </a:spcAft>
        <a:buClr>
          <a:srgbClr val="23B900"/>
        </a:buClr>
        <a:buFont typeface="Wingdings" pitchFamily="2" charset="2"/>
        <a:buChar char="§"/>
        <a:defRPr sz="1200" kern="1200" baseline="0">
          <a:solidFill>
            <a:schemeClr val="bg1"/>
          </a:solidFill>
          <a:latin typeface="Open Sans" pitchFamily="2" charset="0"/>
          <a:ea typeface="Open Sans" pitchFamily="2" charset="0"/>
          <a:cs typeface="Open Sans" pitchFamily="2" charset="0"/>
        </a:defRPr>
      </a:lvl4pPr>
      <a:lvl5pPr marL="2003425" indent="-174625" algn="l" defTabSz="914400" rtl="0" eaLnBrk="1" latinLnBrk="0" hangingPunct="1">
        <a:lnSpc>
          <a:spcPct val="120000"/>
        </a:lnSpc>
        <a:spcBef>
          <a:spcPts val="500"/>
        </a:spcBef>
        <a:spcAft>
          <a:spcPts val="100"/>
        </a:spcAft>
        <a:buClr>
          <a:srgbClr val="23B900"/>
        </a:buClr>
        <a:buFont typeface="Wingdings" pitchFamily="2" charset="2"/>
        <a:buChar char="§"/>
        <a:tabLst/>
        <a:defRPr sz="1200" kern="1200" baseline="0">
          <a:solidFill>
            <a:schemeClr val="bg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Otsikon paikkamerkki 1">
            <a:extLst>
              <a:ext uri="{FF2B5EF4-FFF2-40B4-BE49-F238E27FC236}">
                <a16:creationId xmlns:a16="http://schemas.microsoft.com/office/drawing/2014/main" id="{7737077E-75BF-2D47-8119-523F6C5BDBB9}"/>
              </a:ext>
            </a:extLst>
          </p:cNvPr>
          <p:cNvSpPr>
            <a:spLocks noGrp="1"/>
          </p:cNvSpPr>
          <p:nvPr>
            <p:ph type="title"/>
          </p:nvPr>
        </p:nvSpPr>
        <p:spPr>
          <a:xfrm>
            <a:off x="897031" y="1862217"/>
            <a:ext cx="10515600" cy="468479"/>
          </a:xfrm>
          <a:prstGeom prst="rect">
            <a:avLst/>
          </a:prstGeom>
        </p:spPr>
        <p:txBody>
          <a:bodyPr vert="horz" lIns="91440" tIns="45720" rIns="91440" bIns="45720" rtlCol="0" anchor="t">
            <a:normAutofit/>
          </a:bodyPr>
          <a:lstStyle/>
          <a:p>
            <a:r>
              <a:rPr lang="en-US" noProof="0" dirty="0"/>
              <a:t>Click to edit</a:t>
            </a:r>
          </a:p>
        </p:txBody>
      </p:sp>
      <p:pic>
        <p:nvPicPr>
          <p:cNvPr id="11" name="Kuva 10" descr="Kuva, joka sisältää kohteen piirtäminen&#10;&#10;Kuvaus luotu automaattisesti">
            <a:extLst>
              <a:ext uri="{FF2B5EF4-FFF2-40B4-BE49-F238E27FC236}">
                <a16:creationId xmlns:a16="http://schemas.microsoft.com/office/drawing/2014/main" id="{4D7171AA-1D90-B440-8FE9-4E47D7ED058C}"/>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10672355" y="267650"/>
            <a:ext cx="1065510" cy="468000"/>
          </a:xfrm>
          <a:prstGeom prst="rect">
            <a:avLst/>
          </a:prstGeom>
        </p:spPr>
      </p:pic>
      <p:sp>
        <p:nvSpPr>
          <p:cNvPr id="9" name="Tekstin paikkamerkki 2">
            <a:extLst>
              <a:ext uri="{FF2B5EF4-FFF2-40B4-BE49-F238E27FC236}">
                <a16:creationId xmlns:a16="http://schemas.microsoft.com/office/drawing/2014/main" id="{1EF007A8-E6C6-294B-AEAF-18EE38C1CEB9}"/>
              </a:ext>
            </a:extLst>
          </p:cNvPr>
          <p:cNvSpPr>
            <a:spLocks noGrp="1"/>
          </p:cNvSpPr>
          <p:nvPr>
            <p:ph type="body" idx="1"/>
          </p:nvPr>
        </p:nvSpPr>
        <p:spPr>
          <a:xfrm>
            <a:off x="1676400" y="2525801"/>
            <a:ext cx="9736231" cy="3639868"/>
          </a:xfrm>
          <a:prstGeom prst="rect">
            <a:avLst/>
          </a:prstGeom>
        </p:spPr>
        <p:txBody>
          <a:bodyPr vert="horz" lIns="91440" tIns="45720" rIns="91440" bIns="45720" rtlCol="0">
            <a:norm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a:p>
            <a:pPr lvl="0"/>
            <a:endParaRPr lang="fi-FI" dirty="0"/>
          </a:p>
        </p:txBody>
      </p:sp>
      <p:sp>
        <p:nvSpPr>
          <p:cNvPr id="3" name="Date Placeholder 3">
            <a:extLst>
              <a:ext uri="{FF2B5EF4-FFF2-40B4-BE49-F238E27FC236}">
                <a16:creationId xmlns:a16="http://schemas.microsoft.com/office/drawing/2014/main" id="{2233CC02-98E3-99E5-357F-5498540194A9}"/>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lumMod val="25000"/>
                  </a:schemeClr>
                </a:solidFill>
                <a:latin typeface="Open Sans" pitchFamily="2" charset="0"/>
                <a:ea typeface="Open Sans" pitchFamily="2" charset="0"/>
                <a:cs typeface="Open Sans" pitchFamily="2" charset="0"/>
              </a:defRPr>
            </a:lvl1pPr>
          </a:lstStyle>
          <a:p>
            <a:fld id="{70300DB9-4B42-6E40-80AE-7ADC0784D4F0}" type="datetimeFigureOut">
              <a:rPr lang="en-FI" smtClean="0"/>
              <a:pPr/>
              <a:t>11/10/2026</a:t>
            </a:fld>
            <a:endParaRPr lang="en-FI" dirty="0"/>
          </a:p>
        </p:txBody>
      </p:sp>
      <p:sp>
        <p:nvSpPr>
          <p:cNvPr id="5" name="Footer Placeholder 4">
            <a:extLst>
              <a:ext uri="{FF2B5EF4-FFF2-40B4-BE49-F238E27FC236}">
                <a16:creationId xmlns:a16="http://schemas.microsoft.com/office/drawing/2014/main" id="{2E9E4894-80B0-5647-BF4C-7D2E8505D22B}"/>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lumMod val="25000"/>
                  </a:schemeClr>
                </a:solidFill>
                <a:latin typeface="Open Sans" pitchFamily="2" charset="0"/>
                <a:ea typeface="Open Sans" pitchFamily="2" charset="0"/>
                <a:cs typeface="Open Sans" pitchFamily="2" charset="0"/>
              </a:defRPr>
            </a:lvl1pPr>
          </a:lstStyle>
          <a:p>
            <a:endParaRPr lang="en-FI" dirty="0">
              <a:solidFill>
                <a:schemeClr val="tx2">
                  <a:lumMod val="25000"/>
                </a:schemeClr>
              </a:solidFill>
            </a:endParaRPr>
          </a:p>
        </p:txBody>
      </p:sp>
      <p:sp>
        <p:nvSpPr>
          <p:cNvPr id="6" name="Slide Number Placeholder 5">
            <a:extLst>
              <a:ext uri="{FF2B5EF4-FFF2-40B4-BE49-F238E27FC236}">
                <a16:creationId xmlns:a16="http://schemas.microsoft.com/office/drawing/2014/main" id="{A98D7DA3-28EB-7161-9664-233408C06CF1}"/>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lumMod val="25000"/>
                  </a:schemeClr>
                </a:solidFill>
              </a:defRPr>
            </a:lvl1pPr>
          </a:lstStyle>
          <a:p>
            <a:fld id="{2E4D9B10-9C00-6349-8257-91F396520E22}" type="slidenum">
              <a:rPr lang="en-FI" smtClean="0"/>
              <a:pPr/>
              <a:t>‹#›</a:t>
            </a:fld>
            <a:endParaRPr lang="en-FI" dirty="0"/>
          </a:p>
        </p:txBody>
      </p:sp>
      <p:sp>
        <p:nvSpPr>
          <p:cNvPr id="4" name="TextBox 3">
            <a:extLst>
              <a:ext uri="{FF2B5EF4-FFF2-40B4-BE49-F238E27FC236}">
                <a16:creationId xmlns:a16="http://schemas.microsoft.com/office/drawing/2014/main" id="{0FA2DD5E-27FB-51EA-4F8C-F2F81E62CE31}"/>
              </a:ext>
            </a:extLst>
          </p:cNvPr>
          <p:cNvSpPr txBox="1"/>
          <p:nvPr userDrawn="1">
            <p:extLst>
              <p:ext uri="{1162E1C5-73C7-4A58-AE30-91384D911F3F}">
                <p184:classification xmlns:p184="http://schemas.microsoft.com/office/powerpoint/2018/4/main" val="ftr"/>
              </p:ext>
            </p:extLst>
          </p:nvPr>
        </p:nvSpPr>
        <p:spPr>
          <a:xfrm>
            <a:off x="63500" y="6642100"/>
            <a:ext cx="2614613" cy="138499"/>
          </a:xfrm>
          <a:prstGeom prst="rect">
            <a:avLst/>
          </a:prstGeom>
        </p:spPr>
        <p:txBody>
          <a:bodyPr horzOverflow="overflow" wrap="square" lIns="0" tIns="0" rIns="0" bIns="0">
            <a:spAutoFit/>
          </a:bodyPr>
          <a:lstStyle/>
          <a:p>
            <a:pPr algn="l"/>
            <a:r>
              <a:rPr lang="en-FI" sz="900" dirty="0">
                <a:solidFill>
                  <a:schemeClr val="tx2">
                    <a:alpha val="50000"/>
                  </a:schemeClr>
                </a:solidFill>
                <a:latin typeface="Open Sans" pitchFamily="2" charset="0"/>
                <a:ea typeface="Open Sans" pitchFamily="2" charset="0"/>
                <a:cs typeface="Open Sans" pitchFamily="2" charset="0"/>
              </a:rPr>
              <a:t>LUT Group Confidential - Other information (3Y)</a:t>
            </a:r>
          </a:p>
        </p:txBody>
      </p:sp>
    </p:spTree>
    <p:extLst>
      <p:ext uri="{BB962C8B-B14F-4D97-AF65-F5344CB8AC3E}">
        <p14:creationId xmlns:p14="http://schemas.microsoft.com/office/powerpoint/2010/main" val="2096480250"/>
      </p:ext>
    </p:extLst>
  </p:cSld>
  <p:clrMap bg1="dk1" tx1="lt1" bg2="dk2" tx2="lt2" accent1="accent1" accent2="accent2" accent3="accent3" accent4="accent4" accent5="accent5" accent6="accent6" hlink="hlink" folHlink="folHlink"/>
  <p:sldLayoutIdLst>
    <p:sldLayoutId id="2147483684"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02" r:id="rId10"/>
    <p:sldLayoutId id="2147483767" r:id="rId11"/>
    <p:sldLayoutId id="2147483773" r:id="rId12"/>
  </p:sldLayoutIdLst>
  <p:txStyles>
    <p:titleStyle>
      <a:lvl1pPr algn="l" defTabSz="914400" rtl="0" eaLnBrk="1" latinLnBrk="0" hangingPunct="1">
        <a:lnSpc>
          <a:spcPct val="90000"/>
        </a:lnSpc>
        <a:spcBef>
          <a:spcPct val="0"/>
        </a:spcBef>
        <a:buNone/>
        <a:defRPr sz="3500" b="1" i="0" kern="1200" cap="all" baseline="0">
          <a:solidFill>
            <a:schemeClr val="tx1"/>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120000"/>
        </a:lnSpc>
        <a:spcBef>
          <a:spcPts val="1000"/>
        </a:spcBef>
        <a:spcAft>
          <a:spcPts val="100"/>
        </a:spcAft>
        <a:buClr>
          <a:srgbClr val="23B900"/>
        </a:buClr>
        <a:buSzPct val="100000"/>
        <a:buFontTx/>
        <a:buBlip>
          <a:blip r:embed="rId15"/>
        </a:buBlip>
        <a:defRPr sz="1800" b="0" i="0" kern="1200" baseline="0">
          <a:solidFill>
            <a:schemeClr val="tx1"/>
          </a:solidFill>
          <a:latin typeface="Open Sans" pitchFamily="2" charset="0"/>
          <a:ea typeface="Open Sans" pitchFamily="2" charset="0"/>
          <a:cs typeface="Open Sans" pitchFamily="2" charset="0"/>
        </a:defRPr>
      </a:lvl1pPr>
      <a:lvl2pPr marL="742950" marR="0" indent="-285750" algn="l" defTabSz="914400" rtl="0" eaLnBrk="1" fontAlgn="auto" latinLnBrk="0" hangingPunct="1">
        <a:lnSpc>
          <a:spcPct val="120000"/>
        </a:lnSpc>
        <a:spcBef>
          <a:spcPts val="200"/>
        </a:spcBef>
        <a:spcAft>
          <a:spcPts val="100"/>
        </a:spcAft>
        <a:buClr>
          <a:srgbClr val="23B900"/>
        </a:buClr>
        <a:buSzTx/>
        <a:buFontTx/>
        <a:buBlip>
          <a:blip r:embed="rId16"/>
        </a:buBlip>
        <a:tabLst/>
        <a:defRPr sz="1500" kern="1200" baseline="0">
          <a:solidFill>
            <a:schemeClr val="tx1"/>
          </a:solidFill>
          <a:latin typeface="Open Sans" pitchFamily="2" charset="0"/>
          <a:ea typeface="Open Sans" pitchFamily="2" charset="0"/>
          <a:cs typeface="Open Sans" pitchFamily="2" charset="0"/>
        </a:defRPr>
      </a:lvl2pPr>
      <a:lvl3pPr marL="1143000" indent="-228600" algn="l" defTabSz="914400" rtl="0" eaLnBrk="1" latinLnBrk="0" hangingPunct="1">
        <a:lnSpc>
          <a:spcPct val="120000"/>
        </a:lnSpc>
        <a:spcBef>
          <a:spcPts val="500"/>
        </a:spcBef>
        <a:spcAft>
          <a:spcPts val="100"/>
        </a:spcAft>
        <a:buClr>
          <a:srgbClr val="23B900"/>
        </a:buClr>
        <a:buFont typeface="Wingdings" pitchFamily="2" charset="2"/>
        <a:buChar char="§"/>
        <a:defRPr sz="1200" kern="1200" baseline="0">
          <a:solidFill>
            <a:schemeClr val="tx1"/>
          </a:solidFill>
          <a:latin typeface="Open Sans" pitchFamily="2" charset="0"/>
          <a:ea typeface="Open Sans" pitchFamily="2" charset="0"/>
          <a:cs typeface="Open Sans" pitchFamily="2" charset="0"/>
        </a:defRPr>
      </a:lvl3pPr>
      <a:lvl4pPr marL="1600200" indent="-228600" algn="l" defTabSz="914400" rtl="0" eaLnBrk="1" latinLnBrk="0" hangingPunct="1">
        <a:lnSpc>
          <a:spcPct val="120000"/>
        </a:lnSpc>
        <a:spcBef>
          <a:spcPts val="500"/>
        </a:spcBef>
        <a:spcAft>
          <a:spcPts val="100"/>
        </a:spcAft>
        <a:buClr>
          <a:srgbClr val="23B900"/>
        </a:buClr>
        <a:buFont typeface="Wingdings" pitchFamily="2" charset="2"/>
        <a:buChar char="§"/>
        <a:defRPr sz="1200" kern="1200" baseline="0">
          <a:solidFill>
            <a:schemeClr val="tx1"/>
          </a:solidFill>
          <a:latin typeface="Open Sans" pitchFamily="2" charset="0"/>
          <a:ea typeface="Open Sans" pitchFamily="2" charset="0"/>
          <a:cs typeface="Open Sans" pitchFamily="2" charset="0"/>
        </a:defRPr>
      </a:lvl4pPr>
      <a:lvl5pPr marL="2003425" indent="-174625" algn="l" defTabSz="914400" rtl="0" eaLnBrk="1" latinLnBrk="0" hangingPunct="1">
        <a:lnSpc>
          <a:spcPct val="120000"/>
        </a:lnSpc>
        <a:spcBef>
          <a:spcPts val="500"/>
        </a:spcBef>
        <a:spcAft>
          <a:spcPts val="100"/>
        </a:spcAft>
        <a:buClr>
          <a:srgbClr val="23B900"/>
        </a:buClr>
        <a:buFont typeface="Wingdings" pitchFamily="2" charset="2"/>
        <a:buChar char="§"/>
        <a:tabLst/>
        <a:defRPr sz="1200" kern="1200" baseline="0">
          <a:solidFill>
            <a:schemeClr val="tx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Otsikon paikkamerkki 1">
            <a:extLst>
              <a:ext uri="{FF2B5EF4-FFF2-40B4-BE49-F238E27FC236}">
                <a16:creationId xmlns:a16="http://schemas.microsoft.com/office/drawing/2014/main" id="{7737077E-75BF-2D47-8119-523F6C5BDBB9}"/>
              </a:ext>
            </a:extLst>
          </p:cNvPr>
          <p:cNvSpPr>
            <a:spLocks noGrp="1"/>
          </p:cNvSpPr>
          <p:nvPr>
            <p:ph type="title"/>
          </p:nvPr>
        </p:nvSpPr>
        <p:spPr>
          <a:xfrm>
            <a:off x="897031" y="1860150"/>
            <a:ext cx="10515600" cy="468479"/>
          </a:xfrm>
          <a:prstGeom prst="rect">
            <a:avLst/>
          </a:prstGeom>
        </p:spPr>
        <p:txBody>
          <a:bodyPr vert="horz" lIns="91440" tIns="45720" rIns="91440" bIns="45720" rtlCol="0" anchor="t">
            <a:normAutofit/>
          </a:bodyPr>
          <a:lstStyle/>
          <a:p>
            <a:r>
              <a:rPr lang="en-GB" dirty="0"/>
              <a:t>Click to edit</a:t>
            </a:r>
            <a:endParaRPr lang="fi-FI" dirty="0"/>
          </a:p>
        </p:txBody>
      </p:sp>
      <p:sp>
        <p:nvSpPr>
          <p:cNvPr id="13" name="Tekstin paikkamerkki 2">
            <a:extLst>
              <a:ext uri="{FF2B5EF4-FFF2-40B4-BE49-F238E27FC236}">
                <a16:creationId xmlns:a16="http://schemas.microsoft.com/office/drawing/2014/main" id="{A00B47C5-4585-D548-9AD8-79172F6EB02E}"/>
              </a:ext>
            </a:extLst>
          </p:cNvPr>
          <p:cNvSpPr>
            <a:spLocks noGrp="1"/>
          </p:cNvSpPr>
          <p:nvPr>
            <p:ph type="body" idx="1"/>
          </p:nvPr>
        </p:nvSpPr>
        <p:spPr>
          <a:xfrm>
            <a:off x="1676400" y="2525801"/>
            <a:ext cx="9736231" cy="3639868"/>
          </a:xfrm>
          <a:prstGeom prst="rect">
            <a:avLst/>
          </a:prstGeom>
        </p:spPr>
        <p:txBody>
          <a:bodyPr vert="horz" lIns="91440" tIns="45720" rIns="91440" bIns="45720" rtlCol="0">
            <a:normAutofit/>
          </a:bodyPr>
          <a:lstStyle/>
          <a:p>
            <a:pPr lvl="0"/>
            <a:r>
              <a:rPr lang="en-GB" dirty="0"/>
              <a:t>Click to edit</a:t>
            </a:r>
          </a:p>
          <a:p>
            <a:pPr lvl="1"/>
            <a:r>
              <a:rPr lang="en-GB" dirty="0"/>
              <a:t>Second level</a:t>
            </a:r>
          </a:p>
          <a:p>
            <a:pPr lvl="2"/>
            <a:r>
              <a:rPr lang="en-GB" dirty="0"/>
              <a:t>Third level</a:t>
            </a:r>
          </a:p>
          <a:p>
            <a:pPr lvl="3"/>
            <a:r>
              <a:rPr lang="en-GB" dirty="0"/>
              <a:t>Fourth level</a:t>
            </a:r>
          </a:p>
          <a:p>
            <a:pPr lvl="4"/>
            <a:r>
              <a:rPr lang="en-GB" dirty="0"/>
              <a:t>Fifth level</a:t>
            </a:r>
            <a:endParaRPr lang="en-FI" dirty="0"/>
          </a:p>
          <a:p>
            <a:pPr lvl="0"/>
            <a:endParaRPr lang="fi-FI" dirty="0"/>
          </a:p>
        </p:txBody>
      </p:sp>
      <p:pic>
        <p:nvPicPr>
          <p:cNvPr id="3" name="Kuva 5">
            <a:extLst>
              <a:ext uri="{FF2B5EF4-FFF2-40B4-BE49-F238E27FC236}">
                <a16:creationId xmlns:a16="http://schemas.microsoft.com/office/drawing/2014/main" id="{8156C814-22DA-526C-C6B1-F6334179BAA5}"/>
              </a:ext>
            </a:extLst>
          </p:cNvPr>
          <p:cNvPicPr>
            <a:picLocks noChangeAspect="1"/>
          </p:cNvPicPr>
          <p:nvPr userDrawn="1"/>
        </p:nvPicPr>
        <p:blipFill>
          <a:blip r:embed="rId14" cstate="email">
            <a:extLst>
              <a:ext uri="{28A0092B-C50C-407E-A947-70E740481C1C}">
                <a14:useLocalDpi xmlns:a14="http://schemas.microsoft.com/office/drawing/2010/main"/>
              </a:ext>
            </a:extLst>
          </a:blip>
          <a:stretch>
            <a:fillRect/>
          </a:stretch>
        </p:blipFill>
        <p:spPr>
          <a:xfrm>
            <a:off x="10674178" y="270824"/>
            <a:ext cx="1040968" cy="458829"/>
          </a:xfrm>
          <a:prstGeom prst="rect">
            <a:avLst/>
          </a:prstGeom>
        </p:spPr>
      </p:pic>
      <p:sp>
        <p:nvSpPr>
          <p:cNvPr id="7" name="Date Placeholder 3">
            <a:extLst>
              <a:ext uri="{FF2B5EF4-FFF2-40B4-BE49-F238E27FC236}">
                <a16:creationId xmlns:a16="http://schemas.microsoft.com/office/drawing/2014/main" id="{2C9A3795-734C-7227-F0C0-05B64FF0AB45}"/>
              </a:ext>
            </a:extLst>
          </p:cNvPr>
          <p:cNvSpPr>
            <a:spLocks noGrp="1"/>
          </p:cNvSpPr>
          <p:nvPr>
            <p:ph type="dt" sz="half" idx="2"/>
          </p:nvPr>
        </p:nvSpPr>
        <p:spPr>
          <a:xfrm>
            <a:off x="897031" y="6356350"/>
            <a:ext cx="2743200" cy="365125"/>
          </a:xfrm>
          <a:prstGeom prst="rect">
            <a:avLst/>
          </a:prstGeom>
        </p:spPr>
        <p:txBody>
          <a:bodyPr vert="horz" lIns="91440" tIns="45720" rIns="91440" bIns="45720" rtlCol="0" anchor="ctr"/>
          <a:lstStyle>
            <a:lvl1pPr algn="l">
              <a:defRPr sz="1200">
                <a:solidFill>
                  <a:schemeClr val="tx2"/>
                </a:solidFill>
              </a:defRPr>
            </a:lvl1pPr>
          </a:lstStyle>
          <a:p>
            <a:fld id="{70300DB9-4B42-6E40-80AE-7ADC0784D4F0}" type="datetimeFigureOut">
              <a:rPr lang="en-FI" smtClean="0"/>
              <a:pPr/>
              <a:t>11/10/2026</a:t>
            </a:fld>
            <a:endParaRPr lang="en-FI" dirty="0"/>
          </a:p>
        </p:txBody>
      </p:sp>
      <p:sp>
        <p:nvSpPr>
          <p:cNvPr id="10" name="Footer Placeholder 4">
            <a:extLst>
              <a:ext uri="{FF2B5EF4-FFF2-40B4-BE49-F238E27FC236}">
                <a16:creationId xmlns:a16="http://schemas.microsoft.com/office/drawing/2014/main" id="{11E0E3D5-591A-495C-2720-A0FE018788EF}"/>
              </a:ext>
            </a:extLst>
          </p:cNvPr>
          <p:cNvSpPr>
            <a:spLocks noGrp="1"/>
          </p:cNvSpPr>
          <p:nvPr>
            <p:ph type="ftr" sz="quarter" idx="3"/>
          </p:nvPr>
        </p:nvSpPr>
        <p:spPr>
          <a:xfrm>
            <a:off x="4097431" y="6356350"/>
            <a:ext cx="4114800" cy="365125"/>
          </a:xfrm>
          <a:prstGeom prst="rect">
            <a:avLst/>
          </a:prstGeom>
        </p:spPr>
        <p:txBody>
          <a:bodyPr vert="horz" lIns="91440" tIns="45720" rIns="91440" bIns="45720" rtlCol="0" anchor="ctr"/>
          <a:lstStyle>
            <a:lvl1pPr algn="ctr">
              <a:defRPr sz="1200">
                <a:solidFill>
                  <a:schemeClr val="tx2"/>
                </a:solidFill>
              </a:defRPr>
            </a:lvl1pPr>
          </a:lstStyle>
          <a:p>
            <a:endParaRPr lang="en-FI" dirty="0">
              <a:solidFill>
                <a:schemeClr val="tx2"/>
              </a:solidFill>
            </a:endParaRPr>
          </a:p>
        </p:txBody>
      </p:sp>
      <p:sp>
        <p:nvSpPr>
          <p:cNvPr id="11" name="Slide Number Placeholder 5">
            <a:extLst>
              <a:ext uri="{FF2B5EF4-FFF2-40B4-BE49-F238E27FC236}">
                <a16:creationId xmlns:a16="http://schemas.microsoft.com/office/drawing/2014/main" id="{F8817DC0-9325-2397-613C-2888C5115A01}"/>
              </a:ext>
            </a:extLst>
          </p:cNvPr>
          <p:cNvSpPr>
            <a:spLocks noGrp="1"/>
          </p:cNvSpPr>
          <p:nvPr>
            <p:ph type="sldNum" sz="quarter" idx="4"/>
          </p:nvPr>
        </p:nvSpPr>
        <p:spPr>
          <a:xfrm>
            <a:off x="8669431" y="6356350"/>
            <a:ext cx="2743200" cy="365125"/>
          </a:xfrm>
          <a:prstGeom prst="rect">
            <a:avLst/>
          </a:prstGeom>
        </p:spPr>
        <p:txBody>
          <a:bodyPr vert="horz" lIns="91440" tIns="45720" rIns="91440" bIns="45720" rtlCol="0" anchor="ctr"/>
          <a:lstStyle>
            <a:lvl1pPr algn="r">
              <a:defRPr sz="1200">
                <a:solidFill>
                  <a:schemeClr val="tx2"/>
                </a:solidFill>
              </a:defRPr>
            </a:lvl1pPr>
          </a:lstStyle>
          <a:p>
            <a:fld id="{2E4D9B10-9C00-6349-8257-91F396520E22}" type="slidenum">
              <a:rPr lang="en-FI" smtClean="0"/>
              <a:pPr/>
              <a:t>‹#›</a:t>
            </a:fld>
            <a:endParaRPr lang="en-FI"/>
          </a:p>
        </p:txBody>
      </p:sp>
      <p:sp>
        <p:nvSpPr>
          <p:cNvPr id="5" name="TextBox 4">
            <a:extLst>
              <a:ext uri="{FF2B5EF4-FFF2-40B4-BE49-F238E27FC236}">
                <a16:creationId xmlns:a16="http://schemas.microsoft.com/office/drawing/2014/main" id="{53843497-26F2-72CF-F2B4-5754A5FF5472}"/>
              </a:ext>
            </a:extLst>
          </p:cNvPr>
          <p:cNvSpPr txBox="1"/>
          <p:nvPr userDrawn="1">
            <p:extLst>
              <p:ext uri="{1162E1C5-73C7-4A58-AE30-91384D911F3F}">
                <p184:classification xmlns:p184="http://schemas.microsoft.com/office/powerpoint/2018/4/main" val="ftr"/>
              </p:ext>
            </p:extLst>
          </p:nvPr>
        </p:nvSpPr>
        <p:spPr>
          <a:xfrm>
            <a:off x="63500" y="6642100"/>
            <a:ext cx="2614613" cy="138499"/>
          </a:xfrm>
          <a:prstGeom prst="rect">
            <a:avLst/>
          </a:prstGeom>
        </p:spPr>
        <p:txBody>
          <a:bodyPr horzOverflow="overflow" wrap="square" lIns="0" tIns="0" rIns="0" bIns="0">
            <a:spAutoFit/>
          </a:bodyPr>
          <a:lstStyle/>
          <a:p>
            <a:pPr algn="l"/>
            <a:r>
              <a:rPr lang="en-FI" sz="900" dirty="0">
                <a:solidFill>
                  <a:srgbClr val="000000">
                    <a:alpha val="50000"/>
                  </a:srgbClr>
                </a:solidFill>
                <a:latin typeface="Open Sans" pitchFamily="2" charset="0"/>
                <a:ea typeface="Open Sans" pitchFamily="2" charset="0"/>
                <a:cs typeface="Open Sans" pitchFamily="2" charset="0"/>
              </a:rPr>
              <a:t>LUT Group Confidential - Other information (3Y)</a:t>
            </a:r>
          </a:p>
        </p:txBody>
      </p:sp>
    </p:spTree>
    <p:extLst>
      <p:ext uri="{BB962C8B-B14F-4D97-AF65-F5344CB8AC3E}">
        <p14:creationId xmlns:p14="http://schemas.microsoft.com/office/powerpoint/2010/main" val="840047270"/>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Lst>
  <p:txStyles>
    <p:titleStyle>
      <a:lvl1pPr algn="l" defTabSz="914400" rtl="0" eaLnBrk="1" latinLnBrk="0" hangingPunct="1">
        <a:lnSpc>
          <a:spcPct val="90000"/>
        </a:lnSpc>
        <a:spcBef>
          <a:spcPct val="0"/>
        </a:spcBef>
        <a:buNone/>
        <a:defRPr sz="3500" b="1" i="0" kern="1200" cap="all" baseline="0">
          <a:solidFill>
            <a:schemeClr val="bg1"/>
          </a:solidFill>
          <a:latin typeface="Open Sans" pitchFamily="2" charset="0"/>
          <a:ea typeface="Open Sans" pitchFamily="2" charset="0"/>
          <a:cs typeface="Open Sans" pitchFamily="2" charset="0"/>
        </a:defRPr>
      </a:lvl1pPr>
    </p:titleStyle>
    <p:bodyStyle>
      <a:lvl1pPr marL="228600" indent="-228600" algn="l" defTabSz="914400" rtl="0" eaLnBrk="1" latinLnBrk="0" hangingPunct="1">
        <a:lnSpc>
          <a:spcPct val="120000"/>
        </a:lnSpc>
        <a:spcBef>
          <a:spcPts val="1000"/>
        </a:spcBef>
        <a:spcAft>
          <a:spcPts val="100"/>
        </a:spcAft>
        <a:buClr>
          <a:srgbClr val="23B900"/>
        </a:buClr>
        <a:buSzPct val="100000"/>
        <a:buFontTx/>
        <a:buBlip>
          <a:blip r:embed="rId15"/>
        </a:buBlip>
        <a:defRPr sz="1800" b="0" i="0" kern="1200" baseline="0">
          <a:solidFill>
            <a:schemeClr val="bg1"/>
          </a:solidFill>
          <a:latin typeface="Open Sans" pitchFamily="2" charset="0"/>
          <a:ea typeface="Open Sans" pitchFamily="2" charset="0"/>
          <a:cs typeface="Open Sans" pitchFamily="2" charset="0"/>
        </a:defRPr>
      </a:lvl1pPr>
      <a:lvl2pPr marL="669925" marR="0" indent="-212725" algn="l" defTabSz="914400" rtl="0" eaLnBrk="1" fontAlgn="auto" latinLnBrk="0" hangingPunct="1">
        <a:lnSpc>
          <a:spcPct val="120000"/>
        </a:lnSpc>
        <a:spcBef>
          <a:spcPts val="200"/>
        </a:spcBef>
        <a:spcAft>
          <a:spcPts val="100"/>
        </a:spcAft>
        <a:buClr>
          <a:srgbClr val="23B900"/>
        </a:buClr>
        <a:buSzTx/>
        <a:buFontTx/>
        <a:buBlip>
          <a:blip r:embed="rId16"/>
        </a:buBlip>
        <a:tabLst/>
        <a:defRPr sz="1500" kern="1200" baseline="0">
          <a:solidFill>
            <a:schemeClr val="bg1"/>
          </a:solidFill>
          <a:latin typeface="Open Sans" pitchFamily="2" charset="0"/>
          <a:ea typeface="Open Sans" pitchFamily="2" charset="0"/>
          <a:cs typeface="Open Sans" pitchFamily="2" charset="0"/>
        </a:defRPr>
      </a:lvl2pPr>
      <a:lvl3pPr marL="1071563" indent="-157163" algn="l" defTabSz="914400" rtl="0" eaLnBrk="1" latinLnBrk="0" hangingPunct="1">
        <a:lnSpc>
          <a:spcPct val="120000"/>
        </a:lnSpc>
        <a:spcBef>
          <a:spcPts val="500"/>
        </a:spcBef>
        <a:spcAft>
          <a:spcPts val="100"/>
        </a:spcAft>
        <a:buClr>
          <a:srgbClr val="23B900"/>
        </a:buClr>
        <a:buFont typeface="Wingdings" pitchFamily="2" charset="2"/>
        <a:buChar char="§"/>
        <a:tabLst/>
        <a:defRPr sz="1200" kern="1200" baseline="0">
          <a:solidFill>
            <a:schemeClr val="bg1"/>
          </a:solidFill>
          <a:latin typeface="Open Sans" pitchFamily="2" charset="0"/>
          <a:ea typeface="Open Sans" pitchFamily="2" charset="0"/>
          <a:cs typeface="Open Sans" pitchFamily="2" charset="0"/>
        </a:defRPr>
      </a:lvl3pPr>
      <a:lvl4pPr marL="1560513" indent="-188913" algn="l" defTabSz="914400" rtl="0" eaLnBrk="1" latinLnBrk="0" hangingPunct="1">
        <a:lnSpc>
          <a:spcPct val="120000"/>
        </a:lnSpc>
        <a:spcBef>
          <a:spcPts val="500"/>
        </a:spcBef>
        <a:spcAft>
          <a:spcPts val="100"/>
        </a:spcAft>
        <a:buClr>
          <a:srgbClr val="23B900"/>
        </a:buClr>
        <a:buFont typeface="Wingdings" pitchFamily="2" charset="2"/>
        <a:buChar char="§"/>
        <a:tabLst/>
        <a:defRPr sz="1200" kern="1200" baseline="0">
          <a:solidFill>
            <a:schemeClr val="bg1"/>
          </a:solidFill>
          <a:latin typeface="Open Sans" pitchFamily="2" charset="0"/>
          <a:ea typeface="Open Sans" pitchFamily="2" charset="0"/>
          <a:cs typeface="Open Sans" pitchFamily="2" charset="0"/>
        </a:defRPr>
      </a:lvl4pPr>
      <a:lvl5pPr marL="2003425" indent="-174625" algn="l" defTabSz="914400" rtl="0" eaLnBrk="1" latinLnBrk="0" hangingPunct="1">
        <a:lnSpc>
          <a:spcPct val="120000"/>
        </a:lnSpc>
        <a:spcBef>
          <a:spcPts val="500"/>
        </a:spcBef>
        <a:spcAft>
          <a:spcPts val="100"/>
        </a:spcAft>
        <a:buClr>
          <a:srgbClr val="23B900"/>
        </a:buClr>
        <a:buFont typeface="Wingdings" pitchFamily="2" charset="2"/>
        <a:buChar char="§"/>
        <a:tabLst/>
        <a:defRPr sz="1200" kern="1200" baseline="0">
          <a:solidFill>
            <a:schemeClr val="bg1"/>
          </a:solidFill>
          <a:latin typeface="Open Sans" pitchFamily="2" charset="0"/>
          <a:ea typeface="Open Sans" pitchFamily="2" charset="0"/>
          <a:cs typeface="Open Sans"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563155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737E20A1-8A7E-1D6A-2162-283AF91BF72C}"/>
              </a:ext>
            </a:extLst>
          </p:cNvPr>
          <p:cNvSpPr>
            <a:spLocks noGrp="1"/>
          </p:cNvSpPr>
          <p:nvPr>
            <p:ph type="title"/>
          </p:nvPr>
        </p:nvSpPr>
        <p:spPr/>
        <p:txBody>
          <a:bodyPr/>
          <a:lstStyle/>
          <a:p>
            <a:r>
              <a:rPr lang="en-US" dirty="0"/>
              <a:t>Smart </a:t>
            </a:r>
            <a:r>
              <a:rPr lang="vi-VN" dirty="0"/>
              <a:t>Trash Can</a:t>
            </a:r>
            <a:endParaRPr lang="en-FI" dirty="0"/>
          </a:p>
        </p:txBody>
      </p:sp>
      <p:sp>
        <p:nvSpPr>
          <p:cNvPr id="18" name="Text Placeholder 17">
            <a:extLst>
              <a:ext uri="{FF2B5EF4-FFF2-40B4-BE49-F238E27FC236}">
                <a16:creationId xmlns:a16="http://schemas.microsoft.com/office/drawing/2014/main" id="{C0D5BE34-F8D7-3A3F-CD2C-CA980A6781C1}"/>
              </a:ext>
            </a:extLst>
          </p:cNvPr>
          <p:cNvSpPr>
            <a:spLocks noGrp="1"/>
          </p:cNvSpPr>
          <p:nvPr>
            <p:ph type="body" sz="quarter" idx="10"/>
          </p:nvPr>
        </p:nvSpPr>
        <p:spPr/>
        <p:txBody>
          <a:bodyPr/>
          <a:lstStyle/>
          <a:p>
            <a:r>
              <a:rPr lang="fi-FI" dirty="0"/>
              <a:t>Ä</a:t>
            </a:r>
            <a:r>
              <a:rPr lang="en-FI" dirty="0" err="1"/>
              <a:t>lyroskis</a:t>
            </a:r>
            <a:endParaRPr lang="en-FI" dirty="0"/>
          </a:p>
        </p:txBody>
      </p:sp>
      <p:sp>
        <p:nvSpPr>
          <p:cNvPr id="19" name="Text Placeholder 18">
            <a:extLst>
              <a:ext uri="{FF2B5EF4-FFF2-40B4-BE49-F238E27FC236}">
                <a16:creationId xmlns:a16="http://schemas.microsoft.com/office/drawing/2014/main" id="{58D98613-3B1E-5F54-1D95-B95ED8A81D21}"/>
              </a:ext>
            </a:extLst>
          </p:cNvPr>
          <p:cNvSpPr>
            <a:spLocks noGrp="1"/>
          </p:cNvSpPr>
          <p:nvPr>
            <p:ph type="body" sz="quarter" idx="11"/>
          </p:nvPr>
        </p:nvSpPr>
        <p:spPr/>
        <p:txBody>
          <a:bodyPr/>
          <a:lstStyle/>
          <a:p>
            <a:r>
              <a:rPr lang="en-US" dirty="0"/>
              <a:t>Presented by: An Nguyen, Triet Dang, Kim Pham, Chau </a:t>
            </a:r>
            <a:r>
              <a:rPr lang="vi-VN" dirty="0"/>
              <a:t>Nguyen, Trung Nguyen</a:t>
            </a:r>
            <a:endParaRPr lang="en-FI" dirty="0"/>
          </a:p>
        </p:txBody>
      </p:sp>
      <p:sp>
        <p:nvSpPr>
          <p:cNvPr id="20" name="Text Placeholder 19">
            <a:extLst>
              <a:ext uri="{FF2B5EF4-FFF2-40B4-BE49-F238E27FC236}">
                <a16:creationId xmlns:a16="http://schemas.microsoft.com/office/drawing/2014/main" id="{42A6FA1F-3BFF-305F-7C60-BAB596239C60}"/>
              </a:ext>
            </a:extLst>
          </p:cNvPr>
          <p:cNvSpPr>
            <a:spLocks noGrp="1"/>
          </p:cNvSpPr>
          <p:nvPr>
            <p:ph type="body" sz="quarter" idx="12"/>
          </p:nvPr>
        </p:nvSpPr>
        <p:spPr/>
        <p:txBody>
          <a:bodyPr/>
          <a:lstStyle/>
          <a:p>
            <a:r>
              <a:rPr lang="en-US" dirty="0"/>
              <a:t>Deep tech hackathon 2026 </a:t>
            </a:r>
            <a:endParaRPr lang="en-FI" dirty="0"/>
          </a:p>
        </p:txBody>
      </p:sp>
      <p:sp>
        <p:nvSpPr>
          <p:cNvPr id="21" name="Picture Placeholder 20">
            <a:extLst>
              <a:ext uri="{FF2B5EF4-FFF2-40B4-BE49-F238E27FC236}">
                <a16:creationId xmlns:a16="http://schemas.microsoft.com/office/drawing/2014/main" id="{3CC382F4-FA6E-D8FB-8FDB-3DA311C8B012}"/>
              </a:ext>
            </a:extLst>
          </p:cNvPr>
          <p:cNvSpPr>
            <a:spLocks noGrp="1"/>
          </p:cNvSpPr>
          <p:nvPr>
            <p:ph type="pic" sz="quarter" idx="14"/>
          </p:nvPr>
        </p:nvSpPr>
        <p:spPr/>
        <p:txBody>
          <a:bodyPr/>
          <a:lstStyle/>
          <a:p>
            <a:endParaRPr lang="en-FI"/>
          </a:p>
        </p:txBody>
      </p:sp>
    </p:spTree>
    <p:extLst>
      <p:ext uri="{BB962C8B-B14F-4D97-AF65-F5344CB8AC3E}">
        <p14:creationId xmlns:p14="http://schemas.microsoft.com/office/powerpoint/2010/main" val="42598586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1677B2-4E09-8A4F-B9F9-8CD6C51B9622}"/>
              </a:ext>
            </a:extLst>
          </p:cNvPr>
          <p:cNvSpPr>
            <a:spLocks noGrp="1"/>
          </p:cNvSpPr>
          <p:nvPr>
            <p:ph type="title"/>
          </p:nvPr>
        </p:nvSpPr>
        <p:spPr/>
        <p:txBody>
          <a:bodyPr>
            <a:normAutofit fontScale="90000"/>
          </a:bodyPr>
          <a:lstStyle/>
          <a:p>
            <a:r>
              <a:rPr lang="en-US" dirty="0"/>
              <a:t>Scenario 1: automatic lid opening</a:t>
            </a:r>
            <a:endParaRPr lang="en-FI" dirty="0"/>
          </a:p>
        </p:txBody>
      </p:sp>
      <p:sp>
        <p:nvSpPr>
          <p:cNvPr id="3" name="Text Placeholder 2">
            <a:extLst>
              <a:ext uri="{FF2B5EF4-FFF2-40B4-BE49-F238E27FC236}">
                <a16:creationId xmlns:a16="http://schemas.microsoft.com/office/drawing/2014/main" id="{B054BF31-535E-9E7B-AD21-01E478169769}"/>
              </a:ext>
            </a:extLst>
          </p:cNvPr>
          <p:cNvSpPr>
            <a:spLocks noGrp="1"/>
          </p:cNvSpPr>
          <p:nvPr>
            <p:ph type="body" sz="quarter" idx="12"/>
          </p:nvPr>
        </p:nvSpPr>
        <p:spPr/>
        <p:txBody>
          <a:bodyPr/>
          <a:lstStyle/>
          <a:p>
            <a:r>
              <a:rPr lang="en-US" dirty="0"/>
              <a:t>The user holds a hand within 20 cm of the trash can.</a:t>
            </a:r>
          </a:p>
          <a:p>
            <a:r>
              <a:rPr lang="en-US" dirty="0"/>
              <a:t>If the hand stays there for a for period, the lid opens.</a:t>
            </a:r>
          </a:p>
          <a:p>
            <a:r>
              <a:rPr lang="en-US" dirty="0"/>
              <a:t>After the user moves the hand away, the lid closes automatically.</a:t>
            </a:r>
          </a:p>
          <a:p>
            <a:r>
              <a:rPr lang="en-US" dirty="0"/>
              <a:t>If the lid stays open for more than predefine time, the system sends a warning message.</a:t>
            </a:r>
          </a:p>
        </p:txBody>
      </p:sp>
      <p:sp>
        <p:nvSpPr>
          <p:cNvPr id="4" name="Text Placeholder 3">
            <a:extLst>
              <a:ext uri="{FF2B5EF4-FFF2-40B4-BE49-F238E27FC236}">
                <a16:creationId xmlns:a16="http://schemas.microsoft.com/office/drawing/2014/main" id="{F7AF8E12-87EA-956C-73CD-8975165F7224}"/>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15575512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B5451-FCB6-5F0E-7B1F-2798A12339DB}"/>
              </a:ext>
            </a:extLst>
          </p:cNvPr>
          <p:cNvSpPr>
            <a:spLocks noGrp="1"/>
          </p:cNvSpPr>
          <p:nvPr>
            <p:ph type="title"/>
          </p:nvPr>
        </p:nvSpPr>
        <p:spPr/>
        <p:txBody>
          <a:bodyPr>
            <a:normAutofit fontScale="90000"/>
          </a:bodyPr>
          <a:lstStyle/>
          <a:p>
            <a:r>
              <a:rPr lang="en-US" dirty="0"/>
              <a:t>Scenario 2: trash level monitoring</a:t>
            </a:r>
            <a:endParaRPr lang="en-FI" dirty="0"/>
          </a:p>
        </p:txBody>
      </p:sp>
      <p:sp>
        <p:nvSpPr>
          <p:cNvPr id="3" name="Text Placeholder 2">
            <a:extLst>
              <a:ext uri="{FF2B5EF4-FFF2-40B4-BE49-F238E27FC236}">
                <a16:creationId xmlns:a16="http://schemas.microsoft.com/office/drawing/2014/main" id="{761B9D95-B83F-21B3-50DE-18F3FFA5E15E}"/>
              </a:ext>
            </a:extLst>
          </p:cNvPr>
          <p:cNvSpPr>
            <a:spLocks noGrp="1"/>
          </p:cNvSpPr>
          <p:nvPr>
            <p:ph type="body" sz="quarter" idx="12"/>
          </p:nvPr>
        </p:nvSpPr>
        <p:spPr/>
        <p:txBody>
          <a:bodyPr/>
          <a:lstStyle/>
          <a:p>
            <a:r>
              <a:rPr lang="en-US" dirty="0"/>
              <a:t>The fill level is measured only when the lid is closed.</a:t>
            </a:r>
          </a:p>
          <a:p>
            <a:r>
              <a:rPr lang="en-US" dirty="0"/>
              <a:t>This avoids wrong readings while the user's hand or waste is moving inside.</a:t>
            </a:r>
          </a:p>
          <a:p>
            <a:r>
              <a:rPr lang="en-US" dirty="0"/>
              <a:t>After each closing, the system updates the detected level.</a:t>
            </a:r>
          </a:p>
          <a:p>
            <a:r>
              <a:rPr lang="en-US" dirty="0"/>
              <a:t>The current fill level is displayed to the user.</a:t>
            </a:r>
          </a:p>
        </p:txBody>
      </p:sp>
      <p:sp>
        <p:nvSpPr>
          <p:cNvPr id="4" name="Text Placeholder 3">
            <a:extLst>
              <a:ext uri="{FF2B5EF4-FFF2-40B4-BE49-F238E27FC236}">
                <a16:creationId xmlns:a16="http://schemas.microsoft.com/office/drawing/2014/main" id="{28B3632F-DDEA-8F1C-EA88-7DA612F489E0}"/>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3841859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F375A-FEDF-D6D6-0E71-1E2AEC950D2F}"/>
              </a:ext>
            </a:extLst>
          </p:cNvPr>
          <p:cNvSpPr>
            <a:spLocks noGrp="1"/>
          </p:cNvSpPr>
          <p:nvPr>
            <p:ph type="title"/>
          </p:nvPr>
        </p:nvSpPr>
        <p:spPr/>
        <p:txBody>
          <a:bodyPr>
            <a:normAutofit fontScale="90000"/>
          </a:bodyPr>
          <a:lstStyle/>
          <a:p>
            <a:r>
              <a:rPr lang="en-US" dirty="0"/>
              <a:t>User-defined warning threshold</a:t>
            </a:r>
            <a:endParaRPr lang="en-FI" dirty="0"/>
          </a:p>
        </p:txBody>
      </p:sp>
      <p:sp>
        <p:nvSpPr>
          <p:cNvPr id="3" name="Text Placeholder 2">
            <a:extLst>
              <a:ext uri="{FF2B5EF4-FFF2-40B4-BE49-F238E27FC236}">
                <a16:creationId xmlns:a16="http://schemas.microsoft.com/office/drawing/2014/main" id="{89E9309D-F5F9-2141-F166-3D41AF66093E}"/>
              </a:ext>
            </a:extLst>
          </p:cNvPr>
          <p:cNvSpPr>
            <a:spLocks noGrp="1"/>
          </p:cNvSpPr>
          <p:nvPr>
            <p:ph type="body" sz="quarter" idx="12"/>
          </p:nvPr>
        </p:nvSpPr>
        <p:spPr/>
        <p:txBody>
          <a:bodyPr/>
          <a:lstStyle/>
          <a:p>
            <a:r>
              <a:rPr lang="en-US" dirty="0"/>
              <a:t>The user chooses when to receive a warning.</a:t>
            </a:r>
          </a:p>
          <a:p>
            <a:r>
              <a:rPr lang="en-US" dirty="0"/>
              <a:t>Fill-level threshold: for example 80%, and the system sends a warning when the bin reaches it.</a:t>
            </a:r>
          </a:p>
          <a:p>
            <a:r>
              <a:rPr lang="en-US" dirty="0"/>
              <a:t>Time threshold: a warning when waste has stayed in the bin for more days than the user sets.</a:t>
            </a:r>
          </a:p>
          <a:p>
            <a:r>
              <a:rPr lang="en-US" dirty="0"/>
              <a:t>The user knows when the bin should be emptied.</a:t>
            </a:r>
          </a:p>
        </p:txBody>
      </p:sp>
      <p:sp>
        <p:nvSpPr>
          <p:cNvPr id="4" name="Text Placeholder 3">
            <a:extLst>
              <a:ext uri="{FF2B5EF4-FFF2-40B4-BE49-F238E27FC236}">
                <a16:creationId xmlns:a16="http://schemas.microsoft.com/office/drawing/2014/main" id="{C88B27AD-D8C6-A2C2-2E5F-1410478DD050}"/>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36176230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F53E2-3800-84F7-4875-C8A4D73C4335}"/>
              </a:ext>
            </a:extLst>
          </p:cNvPr>
          <p:cNvSpPr>
            <a:spLocks noGrp="1"/>
          </p:cNvSpPr>
          <p:nvPr>
            <p:ph type="title"/>
          </p:nvPr>
        </p:nvSpPr>
        <p:spPr/>
        <p:txBody>
          <a:bodyPr>
            <a:normAutofit fontScale="90000"/>
          </a:bodyPr>
          <a:lstStyle/>
          <a:p>
            <a:r>
              <a:rPr lang="en-US" dirty="0"/>
              <a:t>Demo</a:t>
            </a:r>
            <a:endParaRPr lang="en-FI" dirty="0"/>
          </a:p>
        </p:txBody>
      </p:sp>
      <p:sp>
        <p:nvSpPr>
          <p:cNvPr id="3" name="Text Placeholder 2">
            <a:extLst>
              <a:ext uri="{FF2B5EF4-FFF2-40B4-BE49-F238E27FC236}">
                <a16:creationId xmlns:a16="http://schemas.microsoft.com/office/drawing/2014/main" id="{0C975B33-84D2-D1B4-4654-63091E6A745D}"/>
              </a:ext>
            </a:extLst>
          </p:cNvPr>
          <p:cNvSpPr>
            <a:spLocks noGrp="1"/>
          </p:cNvSpPr>
          <p:nvPr>
            <p:ph type="body" sz="quarter" idx="12"/>
          </p:nvPr>
        </p:nvSpPr>
        <p:spPr/>
        <p:txBody>
          <a:bodyPr/>
          <a:lstStyle/>
          <a:p>
            <a:r>
              <a:rPr lang="en-US" dirty="0"/>
              <a:t>Demo 1: Hold a hand within 30 cm for 2 s -&gt; lid opens</a:t>
            </a:r>
          </a:p>
          <a:p>
            <a:r>
              <a:rPr lang="en-US" dirty="0"/>
              <a:t>Demo 2: Lid closes -&gt; fill level is measured and the app shows the updated level</a:t>
            </a:r>
          </a:p>
          <a:p>
            <a:r>
              <a:rPr lang="en-US" dirty="0"/>
              <a:t>Demo 3: Set threshold, e.g. 70% -&gt; level reaches 70% -&gt; warning appears</a:t>
            </a:r>
          </a:p>
        </p:txBody>
      </p:sp>
      <p:sp>
        <p:nvSpPr>
          <p:cNvPr id="4" name="Text Placeholder 3">
            <a:extLst>
              <a:ext uri="{FF2B5EF4-FFF2-40B4-BE49-F238E27FC236}">
                <a16:creationId xmlns:a16="http://schemas.microsoft.com/office/drawing/2014/main" id="{96CD2BB6-4306-4117-C901-E1AAA3235102}"/>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4095423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CA434-7FB6-19BE-4051-CFBE92399C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DD29C0-4FA7-7E8B-4EA2-0077CF2863BB}"/>
              </a:ext>
            </a:extLst>
          </p:cNvPr>
          <p:cNvSpPr>
            <a:spLocks noGrp="1"/>
          </p:cNvSpPr>
          <p:nvPr>
            <p:ph type="title"/>
          </p:nvPr>
        </p:nvSpPr>
        <p:spPr/>
        <p:txBody>
          <a:bodyPr>
            <a:normAutofit fontScale="90000"/>
          </a:bodyPr>
          <a:lstStyle/>
          <a:p>
            <a:r>
              <a:rPr lang="en-US" dirty="0"/>
              <a:t>MEANING OF OUR PRODUCT</a:t>
            </a:r>
            <a:endParaRPr lang="en-FI" dirty="0"/>
          </a:p>
        </p:txBody>
      </p:sp>
      <p:sp>
        <p:nvSpPr>
          <p:cNvPr id="3" name="Text Placeholder 2">
            <a:extLst>
              <a:ext uri="{FF2B5EF4-FFF2-40B4-BE49-F238E27FC236}">
                <a16:creationId xmlns:a16="http://schemas.microsoft.com/office/drawing/2014/main" id="{6B16A310-355B-2B5C-5F2F-263AD0B83452}"/>
              </a:ext>
            </a:extLst>
          </p:cNvPr>
          <p:cNvSpPr>
            <a:spLocks noGrp="1"/>
          </p:cNvSpPr>
          <p:nvPr>
            <p:ph type="body" sz="quarter" idx="12"/>
          </p:nvPr>
        </p:nvSpPr>
        <p:spPr/>
        <p:txBody>
          <a:bodyPr/>
          <a:lstStyle/>
          <a:p>
            <a:r>
              <a:rPr lang="en-US" dirty="0"/>
              <a:t>Let’s MAKE ENVIRONMENT GREAT AGAIN!</a:t>
            </a:r>
          </a:p>
          <a:p>
            <a:r>
              <a:rPr lang="en-US" dirty="0"/>
              <a:t>To go for a green, healthy, and friendly environment theme, our demo product makes the BEST USE of carton boxes! We recycled it and turned it into an INNOVATIVE COMBO of a trash can and technology! </a:t>
            </a:r>
          </a:p>
          <a:p>
            <a:r>
              <a:rPr lang="en-US" dirty="0"/>
              <a:t>This is absolutely free-of-COST, and we made a trash become USEFUL again! </a:t>
            </a:r>
          </a:p>
        </p:txBody>
      </p:sp>
      <p:sp>
        <p:nvSpPr>
          <p:cNvPr id="4" name="Text Placeholder 3">
            <a:extLst>
              <a:ext uri="{FF2B5EF4-FFF2-40B4-BE49-F238E27FC236}">
                <a16:creationId xmlns:a16="http://schemas.microsoft.com/office/drawing/2014/main" id="{B54699A7-BCCE-FDE0-AC79-D56CC924C289}"/>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1382610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F53E2-3800-84F7-4875-C8A4D73C4335}"/>
              </a:ext>
            </a:extLst>
          </p:cNvPr>
          <p:cNvSpPr>
            <a:spLocks noGrp="1"/>
          </p:cNvSpPr>
          <p:nvPr>
            <p:ph type="title"/>
          </p:nvPr>
        </p:nvSpPr>
        <p:spPr/>
        <p:txBody>
          <a:bodyPr>
            <a:normAutofit fontScale="90000"/>
          </a:bodyPr>
          <a:lstStyle/>
          <a:p>
            <a:r>
              <a:rPr lang="en-US" dirty="0"/>
              <a:t>Future development</a:t>
            </a:r>
          </a:p>
        </p:txBody>
      </p:sp>
      <p:sp>
        <p:nvSpPr>
          <p:cNvPr id="3" name="Text Placeholder 2">
            <a:extLst>
              <a:ext uri="{FF2B5EF4-FFF2-40B4-BE49-F238E27FC236}">
                <a16:creationId xmlns:a16="http://schemas.microsoft.com/office/drawing/2014/main" id="{0C975B33-84D2-D1B4-4654-63091E6A745D}"/>
              </a:ext>
            </a:extLst>
          </p:cNvPr>
          <p:cNvSpPr>
            <a:spLocks noGrp="1"/>
          </p:cNvSpPr>
          <p:nvPr>
            <p:ph type="body" sz="quarter" idx="12"/>
          </p:nvPr>
        </p:nvSpPr>
        <p:spPr/>
        <p:txBody>
          <a:bodyPr>
            <a:normAutofit fontScale="92500"/>
          </a:bodyPr>
          <a:lstStyle/>
          <a:p>
            <a:r>
              <a:rPr lang="en-US" dirty="0"/>
              <a:t>More accuracy in measuring the volume of the trash bin and waste’s weight measurement. </a:t>
            </a:r>
          </a:p>
          <a:p>
            <a:r>
              <a:rPr lang="en-US" dirty="0"/>
              <a:t>Voice control – a trash bin that can talk! It can say hello or welcome to the users or to encourage the users about the act of keeping trashes into the bin – an act of protecting the environment.  </a:t>
            </a:r>
          </a:p>
          <a:p>
            <a:r>
              <a:rPr lang="en-US" dirty="0"/>
              <a:t>Movable trash can – again! This goes so well with voice control, and these features would support people who have certain limit of movability </a:t>
            </a:r>
          </a:p>
          <a:p>
            <a:r>
              <a:rPr lang="en-US" dirty="0"/>
              <a:t> Boost the outlook of the product to make it look more commercially marketing. </a:t>
            </a:r>
          </a:p>
          <a:p>
            <a:r>
              <a:rPr lang="en-US" dirty="0"/>
              <a:t> Ability to seal the trash bag on its own! To keep our slogan Don’t touch me as our signature. The users won’t even need to struggle with packing the bag full of trashes. </a:t>
            </a:r>
          </a:p>
        </p:txBody>
      </p:sp>
      <p:sp>
        <p:nvSpPr>
          <p:cNvPr id="4" name="Text Placeholder 3">
            <a:extLst>
              <a:ext uri="{FF2B5EF4-FFF2-40B4-BE49-F238E27FC236}">
                <a16:creationId xmlns:a16="http://schemas.microsoft.com/office/drawing/2014/main" id="{96CD2BB6-4306-4117-C901-E1AAA3235102}"/>
              </a:ext>
            </a:extLst>
          </p:cNvPr>
          <p:cNvSpPr>
            <a:spLocks noGrp="1"/>
          </p:cNvSpPr>
          <p:nvPr>
            <p:ph type="body" sz="quarter" idx="11"/>
          </p:nvPr>
        </p:nvSpPr>
        <p:spPr/>
        <p:txBody>
          <a:bodyPr/>
          <a:lstStyle/>
          <a:p>
            <a:endParaRPr lang="en-FI"/>
          </a:p>
        </p:txBody>
      </p:sp>
    </p:spTree>
    <p:extLst>
      <p:ext uri="{BB962C8B-B14F-4D97-AF65-F5344CB8AC3E}">
        <p14:creationId xmlns:p14="http://schemas.microsoft.com/office/powerpoint/2010/main" val="40954235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4210195"/>
      </p:ext>
    </p:extLst>
  </p:cSld>
  <p:clrMapOvr>
    <a:masterClrMapping/>
  </p:clrMapOvr>
</p:sld>
</file>

<file path=ppt/theme/theme1.xml><?xml version="1.0" encoding="utf-8"?>
<a:theme xmlns:a="http://schemas.openxmlformats.org/drawingml/2006/main" name="LUT Presentation | Opening slides">
  <a:themeElements>
    <a:clrScheme name="LUT">
      <a:dk1>
        <a:srgbClr val="000000"/>
      </a:dk1>
      <a:lt1>
        <a:srgbClr val="FFFFFF"/>
      </a:lt1>
      <a:dk2>
        <a:srgbClr val="000000"/>
      </a:dk2>
      <a:lt2>
        <a:srgbClr val="E7E6E6"/>
      </a:lt2>
      <a:accent1>
        <a:srgbClr val="23B900"/>
      </a:accent1>
      <a:accent2>
        <a:srgbClr val="EDB831"/>
      </a:accent2>
      <a:accent3>
        <a:srgbClr val="ED174D"/>
      </a:accent3>
      <a:accent4>
        <a:srgbClr val="237F00"/>
      </a:accent4>
      <a:accent5>
        <a:srgbClr val="FF8620"/>
      </a:accent5>
      <a:accent6>
        <a:srgbClr val="ED7F7C"/>
      </a:accent6>
      <a:hlink>
        <a:srgbClr val="058A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T-ppt-2021" id="{18CB64DD-CC26-7F4F-8422-B403B3676BF7}" vid="{05FC3973-87F0-974D-8BA5-277FECCFAB8A}"/>
    </a:ext>
  </a:extLst>
</a:theme>
</file>

<file path=ppt/theme/theme2.xml><?xml version="1.0" encoding="utf-8"?>
<a:theme xmlns:a="http://schemas.openxmlformats.org/drawingml/2006/main" name="LUT Presentation | Black">
  <a:themeElements>
    <a:clrScheme name="LUT">
      <a:dk1>
        <a:srgbClr val="000000"/>
      </a:dk1>
      <a:lt1>
        <a:srgbClr val="FFFFFF"/>
      </a:lt1>
      <a:dk2>
        <a:srgbClr val="000000"/>
      </a:dk2>
      <a:lt2>
        <a:srgbClr val="E7E6E6"/>
      </a:lt2>
      <a:accent1>
        <a:srgbClr val="23B900"/>
      </a:accent1>
      <a:accent2>
        <a:srgbClr val="EDB831"/>
      </a:accent2>
      <a:accent3>
        <a:srgbClr val="ED174D"/>
      </a:accent3>
      <a:accent4>
        <a:srgbClr val="237F00"/>
      </a:accent4>
      <a:accent5>
        <a:srgbClr val="FF8620"/>
      </a:accent5>
      <a:accent6>
        <a:srgbClr val="ED7F7C"/>
      </a:accent6>
      <a:hlink>
        <a:srgbClr val="058A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T-ppt-2021" id="{18CB64DD-CC26-7F4F-8422-B403B3676BF7}" vid="{05FC3973-87F0-974D-8BA5-277FECCFAB8A}"/>
    </a:ext>
  </a:extLst>
</a:theme>
</file>

<file path=ppt/theme/theme3.xml><?xml version="1.0" encoding="utf-8"?>
<a:theme xmlns:a="http://schemas.openxmlformats.org/drawingml/2006/main" name="LUT Presentation | White">
  <a:themeElements>
    <a:clrScheme name="LUT">
      <a:dk1>
        <a:srgbClr val="000000"/>
      </a:dk1>
      <a:lt1>
        <a:srgbClr val="FFFFFF"/>
      </a:lt1>
      <a:dk2>
        <a:srgbClr val="000000"/>
      </a:dk2>
      <a:lt2>
        <a:srgbClr val="E7E6E6"/>
      </a:lt2>
      <a:accent1>
        <a:srgbClr val="23B900"/>
      </a:accent1>
      <a:accent2>
        <a:srgbClr val="EDB831"/>
      </a:accent2>
      <a:accent3>
        <a:srgbClr val="ED174D"/>
      </a:accent3>
      <a:accent4>
        <a:srgbClr val="237F00"/>
      </a:accent4>
      <a:accent5>
        <a:srgbClr val="FF8620"/>
      </a:accent5>
      <a:accent6>
        <a:srgbClr val="ED7F7C"/>
      </a:accent6>
      <a:hlink>
        <a:srgbClr val="058A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LUT-ppt-template-2021" id="{7D9C896B-6C6B-9042-86B4-FE35DA6D5AD3}" vid="{A37A4D27-78CE-2A44-92DA-D2AD6DB2FEC7}"/>
    </a:ext>
  </a:extLst>
</a:theme>
</file>

<file path=ppt/theme/theme4.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te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8F73C9E9579B34E8C27532A06ED9529" ma:contentTypeVersion="5" ma:contentTypeDescription="Create a new document." ma:contentTypeScope="" ma:versionID="ebc2eca1ff6a13ca9e4890d8eee12418">
  <xsd:schema xmlns:xsd="http://www.w3.org/2001/XMLSchema" xmlns:xs="http://www.w3.org/2001/XMLSchema" xmlns:p="http://schemas.microsoft.com/office/2006/metadata/properties" xmlns:ns2="4ea33190-ec80-4ce7-8450-43410109a32d" targetNamespace="http://schemas.microsoft.com/office/2006/metadata/properties" ma:root="true" ma:fieldsID="73b1522e1893bdedf323a01a3ab4cc1e" ns2:_="">
    <xsd:import namespace="4ea33190-ec80-4ce7-8450-43410109a32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a33190-ec80-4ce7-8450-43410109a32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2A9DBFC-AFC2-4DA0-8E6F-8DF5FFC28441}">
  <ds:schemaRefs>
    <ds:schemaRef ds:uri="http://schemas.microsoft.com/sharepoint/v3/contenttype/forms"/>
  </ds:schemaRefs>
</ds:datastoreItem>
</file>

<file path=customXml/itemProps2.xml><?xml version="1.0" encoding="utf-8"?>
<ds:datastoreItem xmlns:ds="http://schemas.openxmlformats.org/officeDocument/2006/customXml" ds:itemID="{EDEFEBB4-7D66-4D07-B766-F3ECD4451E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a33190-ec80-4ce7-8450-43410109a32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2DD85DC-73D7-4FEA-B6C1-5683F0DF7E71}">
  <ds:schemaRefs>
    <ds:schemaRef ds:uri="860501af-f85d-4bf7-b615-e4522cc7c3ae"/>
    <ds:schemaRef ds:uri="http://purl.org/dc/dcmitype/"/>
    <ds:schemaRef ds:uri="http://schemas.openxmlformats.org/package/2006/metadata/core-properties"/>
    <ds:schemaRef ds:uri="http://schemas.microsoft.com/office/2006/metadata/properties"/>
    <ds:schemaRef ds:uri="http://schemas.microsoft.com/office/2006/documentManagement/types"/>
    <ds:schemaRef ds:uri="http://purl.org/dc/terms/"/>
    <ds:schemaRef ds:uri="http://www.w3.org/XML/1998/namespace"/>
    <ds:schemaRef ds:uri="http://schemas.microsoft.com/office/infopath/2007/PartnerControls"/>
    <ds:schemaRef ds:uri="http://purl.org/dc/elements/1.1/"/>
  </ds:schemaRefs>
</ds:datastoreItem>
</file>

<file path=docMetadata/LabelInfo.xml><?xml version="1.0" encoding="utf-8"?>
<clbl:labelList xmlns:clbl="http://schemas.microsoft.com/office/2020/mipLabelMetadata">
  <clbl:label id="{4306014c-c088-4a50-b503-4830bda7971c}" enabled="1" method="Standard" siteId="{9d97530e-8f27-4137-a2a9-5cb4dcf26f2e}" contentBits="2" removed="0"/>
</clbl:labelList>
</file>

<file path=docProps/app.xml><?xml version="1.0" encoding="utf-8"?>
<Properties xmlns="http://schemas.openxmlformats.org/officeDocument/2006/extended-properties" xmlns:vt="http://schemas.openxmlformats.org/officeDocument/2006/docPropsVTypes">
  <Template>LUT-ppt-2021</Template>
  <TotalTime>47636</TotalTime>
  <Words>484</Words>
  <Application>Microsoft Office PowerPoint</Application>
  <PresentationFormat>Widescreen</PresentationFormat>
  <Paragraphs>36</Paragraphs>
  <Slides>9</Slides>
  <Notes>7</Notes>
  <HiddenSlides>0</HiddenSlides>
  <MMClips>0</MMClips>
  <ScaleCrop>false</ScaleCrop>
  <HeadingPairs>
    <vt:vector size="6" baseType="variant">
      <vt:variant>
        <vt:lpstr>Fonts Used</vt:lpstr>
      </vt:variant>
      <vt:variant>
        <vt:i4>3</vt:i4>
      </vt:variant>
      <vt:variant>
        <vt:lpstr>Theme</vt:lpstr>
      </vt:variant>
      <vt:variant>
        <vt:i4>3</vt:i4>
      </vt:variant>
      <vt:variant>
        <vt:lpstr>Slide Titles</vt:lpstr>
      </vt:variant>
      <vt:variant>
        <vt:i4>9</vt:i4>
      </vt:variant>
    </vt:vector>
  </HeadingPairs>
  <TitlesOfParts>
    <vt:vector size="15" baseType="lpstr">
      <vt:lpstr>Open Sans</vt:lpstr>
      <vt:lpstr>Wingdings</vt:lpstr>
      <vt:lpstr>Arial</vt:lpstr>
      <vt:lpstr>LUT Presentation | Opening slides</vt:lpstr>
      <vt:lpstr>LUT Presentation | Black</vt:lpstr>
      <vt:lpstr>LUT Presentation | White</vt:lpstr>
      <vt:lpstr>PowerPoint Presentation</vt:lpstr>
      <vt:lpstr>Smart Trash Can</vt:lpstr>
      <vt:lpstr>Scenario 1: automatic lid opening</vt:lpstr>
      <vt:lpstr>Scenario 2: trash level monitoring</vt:lpstr>
      <vt:lpstr>User-defined warning threshold</vt:lpstr>
      <vt:lpstr>Demo</vt:lpstr>
      <vt:lpstr>MEANING OF OUR PRODUCT</vt:lpstr>
      <vt:lpstr>Future development</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LUT PowerPoint Presentation</dc:title>
  <dc:subject/>
  <dc:creator>Teemu Leinonen</dc:creator>
  <cp:keywords/>
  <dc:description/>
  <cp:lastModifiedBy>Thuy Khanh Chau Nguyen</cp:lastModifiedBy>
  <cp:revision>301</cp:revision>
  <dcterms:created xsi:type="dcterms:W3CDTF">2020-04-24T09:03:18Z</dcterms:created>
  <dcterms:modified xsi:type="dcterms:W3CDTF">2026-10-11T12:05:47Z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0x01010048F73C9E9579B34E8C27532A06ED9529</vt:lpwstr>
  </property>
  <property fmtid="{D5CDD505-2E9C-101B-9397-08002B2CF9AE}" pid="3" name="Kategoria">
    <vt:lpwstr>33;#Viestintä|9b02cd0d-b40d-4d4c-989a-ef466ae7331a</vt:lpwstr>
  </property>
  <property fmtid="{D5CDD505-2E9C-101B-9397-08002B2CF9AE}" pid="4" name="Dokumenttityyppi">
    <vt:lpwstr>30;#Esitys|a8b2bc3c-e21c-45b3-ac0d-1e4be550bc10</vt:lpwstr>
  </property>
  <property fmtid="{D5CDD505-2E9C-101B-9397-08002B2CF9AE}" pid="5" name="ClassificationContentMarkingFooterLocations">
    <vt:lpwstr>LUT Presentation | Black:4\LUT Presentation | White:4</vt:lpwstr>
  </property>
  <property fmtid="{D5CDD505-2E9C-101B-9397-08002B2CF9AE}" pid="6" name="ClassificationContentMarkingFooterText">
    <vt:lpwstr>LUT Group Confidential - Other information (3Y)</vt:lpwstr>
  </property>
</Properties>
</file>